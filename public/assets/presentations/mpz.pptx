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Bebas Neue Bold" panose="020B0604020202020204" charset="-18"/>
      <p:regular r:id="rId19"/>
    </p:embeddedFont>
    <p:embeddedFont>
      <p:font typeface="Open Sans" panose="020B0606030504020204" pitchFamily="34" charset="0"/>
      <p:regular r:id="rId20"/>
    </p:embeddedFont>
    <p:embeddedFont>
      <p:font typeface="Open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3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202610" y="1202110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" name="TextBox 7"/>
          <p:cNvSpPr txBox="1"/>
          <p:nvPr/>
        </p:nvSpPr>
        <p:spPr>
          <a:xfrm>
            <a:off x="2061408" y="2694886"/>
            <a:ext cx="14165185" cy="435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9"/>
              </a:lnSpc>
              <a:spcBef>
                <a:spcPct val="0"/>
              </a:spcBef>
            </a:pPr>
            <a:r>
              <a:rPr lang="en-US" sz="2527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Krak b</a:t>
            </a:r>
            <a:r>
              <a:rPr lang="en-US" sz="25271" b="1">
                <a:solidFill>
                  <a:srgbClr val="06A33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ai</a:t>
            </a:r>
            <a:r>
              <a:rPr lang="en-US" sz="2527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k</a:t>
            </a:r>
          </a:p>
        </p:txBody>
      </p:sp>
      <p:sp>
        <p:nvSpPr>
          <p:cNvPr id="8" name="Freeform 8"/>
          <p:cNvSpPr/>
          <p:nvPr/>
        </p:nvSpPr>
        <p:spPr>
          <a:xfrm rot="1200000" flipH="1">
            <a:off x="572191" y="6868070"/>
            <a:ext cx="3945692" cy="2531819"/>
          </a:xfrm>
          <a:custGeom>
            <a:avLst/>
            <a:gdLst/>
            <a:ahLst/>
            <a:cxnLst/>
            <a:rect l="l" t="t" r="r" b="b"/>
            <a:pathLst>
              <a:path w="3945692" h="2531819">
                <a:moveTo>
                  <a:pt x="3945692" y="0"/>
                </a:moveTo>
                <a:lnTo>
                  <a:pt x="0" y="0"/>
                </a:lnTo>
                <a:lnTo>
                  <a:pt x="0" y="2531819"/>
                </a:lnTo>
                <a:lnTo>
                  <a:pt x="3945692" y="2531819"/>
                </a:lnTo>
                <a:lnTo>
                  <a:pt x="394569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9" name="Group 9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0" name="Group 10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7" name="Freeform 17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8" name="Freeform 18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9" name="TextBox 19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827887" y="517674"/>
            <a:ext cx="797412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00A3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55607" y="517674"/>
            <a:ext cx="80182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00A3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Intelligent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96468" y="517674"/>
            <a:ext cx="48868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00A3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73348" y="6813876"/>
            <a:ext cx="9941303" cy="356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4"/>
              </a:lnSpc>
              <a:spcBef>
                <a:spcPct val="0"/>
              </a:spcBef>
            </a:pPr>
            <a:r>
              <a:rPr lang="en-US" sz="2096" spc="167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LEPSZE ŻYCIE ROWERZYSTY</a:t>
            </a:r>
          </a:p>
        </p:txBody>
      </p:sp>
      <p:sp>
        <p:nvSpPr>
          <p:cNvPr id="25" name="Freeform 25"/>
          <p:cNvSpPr/>
          <p:nvPr/>
        </p:nvSpPr>
        <p:spPr>
          <a:xfrm>
            <a:off x="16705559" y="2385195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1" y="0"/>
                </a:lnTo>
                <a:lnTo>
                  <a:pt x="476561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6" name="Freeform 26"/>
          <p:cNvSpPr/>
          <p:nvPr/>
        </p:nvSpPr>
        <p:spPr>
          <a:xfrm>
            <a:off x="2545037" y="2942380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7" name="Freeform 27"/>
          <p:cNvSpPr/>
          <p:nvPr/>
        </p:nvSpPr>
        <p:spPr>
          <a:xfrm>
            <a:off x="9896312" y="1028700"/>
            <a:ext cx="737979" cy="737979"/>
          </a:xfrm>
          <a:custGeom>
            <a:avLst/>
            <a:gdLst/>
            <a:ahLst/>
            <a:cxnLst/>
            <a:rect l="l" t="t" r="r" b="b"/>
            <a:pathLst>
              <a:path w="737979" h="737979">
                <a:moveTo>
                  <a:pt x="0" y="0"/>
                </a:moveTo>
                <a:lnTo>
                  <a:pt x="737979" y="0"/>
                </a:lnTo>
                <a:lnTo>
                  <a:pt x="737979" y="737979"/>
                </a:lnTo>
                <a:lnTo>
                  <a:pt x="0" y="737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8" name="Freeform 28"/>
          <p:cNvSpPr/>
          <p:nvPr/>
        </p:nvSpPr>
        <p:spPr>
          <a:xfrm>
            <a:off x="15157432" y="7512223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1" y="0"/>
                </a:lnTo>
                <a:lnTo>
                  <a:pt x="476561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9" name="Freeform 29"/>
          <p:cNvSpPr/>
          <p:nvPr/>
        </p:nvSpPr>
        <p:spPr>
          <a:xfrm>
            <a:off x="10634291" y="9937691"/>
            <a:ext cx="698618" cy="698618"/>
          </a:xfrm>
          <a:custGeom>
            <a:avLst/>
            <a:gdLst/>
            <a:ahLst/>
            <a:cxnLst/>
            <a:rect l="l" t="t" r="r" b="b"/>
            <a:pathLst>
              <a:path w="698618" h="698618">
                <a:moveTo>
                  <a:pt x="0" y="0"/>
                </a:moveTo>
                <a:lnTo>
                  <a:pt x="698617" y="0"/>
                </a:lnTo>
                <a:lnTo>
                  <a:pt x="698617" y="698618"/>
                </a:lnTo>
                <a:lnTo>
                  <a:pt x="0" y="698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0" name="Freeform 30"/>
          <p:cNvSpPr/>
          <p:nvPr/>
        </p:nvSpPr>
        <p:spPr>
          <a:xfrm>
            <a:off x="5574416" y="-395759"/>
            <a:ext cx="775004" cy="775004"/>
          </a:xfrm>
          <a:custGeom>
            <a:avLst/>
            <a:gdLst/>
            <a:ahLst/>
            <a:cxnLst/>
            <a:rect l="l" t="t" r="r" b="b"/>
            <a:pathLst>
              <a:path w="775004" h="775004">
                <a:moveTo>
                  <a:pt x="0" y="0"/>
                </a:moveTo>
                <a:lnTo>
                  <a:pt x="775005" y="0"/>
                </a:lnTo>
                <a:lnTo>
                  <a:pt x="775005" y="775004"/>
                </a:lnTo>
                <a:lnTo>
                  <a:pt x="0" y="775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" name="Freeform 7"/>
          <p:cNvSpPr/>
          <p:nvPr/>
        </p:nvSpPr>
        <p:spPr>
          <a:xfrm>
            <a:off x="-289475" y="5972914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3"/>
                </a:lnTo>
                <a:lnTo>
                  <a:pt x="0" y="246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1670617" y="1658828"/>
            <a:ext cx="4752397" cy="8628172"/>
            <a:chOff x="0" y="0"/>
            <a:chExt cx="349758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97580" cy="6350000"/>
            </a:xfrm>
            <a:custGeom>
              <a:avLst/>
              <a:gdLst/>
              <a:ahLst/>
              <a:cxnLst/>
              <a:rect l="l" t="t" r="r" b="b"/>
              <a:pathLst>
                <a:path w="3497580" h="6350000">
                  <a:moveTo>
                    <a:pt x="3497580" y="6350000"/>
                  </a:moveTo>
                  <a:lnTo>
                    <a:pt x="744220" y="6350000"/>
                  </a:lnTo>
                  <a:lnTo>
                    <a:pt x="0" y="0"/>
                  </a:lnTo>
                  <a:lnTo>
                    <a:pt x="2753360" y="0"/>
                  </a:lnTo>
                  <a:lnTo>
                    <a:pt x="3497580" y="6350000"/>
                  </a:lnTo>
                  <a:close/>
                </a:path>
              </a:pathLst>
            </a:custGeom>
            <a:blipFill>
              <a:blip r:embed="rId3"/>
              <a:stretch>
                <a:fillRect l="-34453" r="-34453"/>
              </a:stretch>
            </a:blip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91974" y="0"/>
            <a:ext cx="3947476" cy="7166805"/>
            <a:chOff x="0" y="0"/>
            <a:chExt cx="349758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97580" cy="6350000"/>
            </a:xfrm>
            <a:custGeom>
              <a:avLst/>
              <a:gdLst/>
              <a:ahLst/>
              <a:cxnLst/>
              <a:rect l="l" t="t" r="r" b="b"/>
              <a:pathLst>
                <a:path w="3497580" h="6350000">
                  <a:moveTo>
                    <a:pt x="3497580" y="6350000"/>
                  </a:moveTo>
                  <a:lnTo>
                    <a:pt x="744220" y="6350000"/>
                  </a:lnTo>
                  <a:lnTo>
                    <a:pt x="0" y="0"/>
                  </a:lnTo>
                  <a:lnTo>
                    <a:pt x="2753360" y="0"/>
                  </a:lnTo>
                  <a:lnTo>
                    <a:pt x="3497580" y="6350000"/>
                  </a:lnTo>
                  <a:close/>
                </a:path>
              </a:pathLst>
            </a:custGeom>
            <a:blipFill>
              <a:blip r:embed="rId4"/>
              <a:stretch>
                <a:fillRect t="-2460" b="-2460"/>
              </a:stretch>
            </a:blip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144000" y="568480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3" name="Group 13"/>
          <p:cNvGrpSpPr/>
          <p:nvPr/>
        </p:nvGrpSpPr>
        <p:grpSpPr>
          <a:xfrm>
            <a:off x="10969731" y="2486276"/>
            <a:ext cx="597518" cy="103605"/>
            <a:chOff x="0" y="0"/>
            <a:chExt cx="812800" cy="1409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7" name="Group 17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3" name="Freeform 23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Freeform 24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5" name="Freeform 25"/>
          <p:cNvSpPr/>
          <p:nvPr/>
        </p:nvSpPr>
        <p:spPr>
          <a:xfrm>
            <a:off x="15124667" y="5437881"/>
            <a:ext cx="2134633" cy="1950521"/>
          </a:xfrm>
          <a:custGeom>
            <a:avLst/>
            <a:gdLst/>
            <a:ahLst/>
            <a:cxnLst/>
            <a:rect l="l" t="t" r="r" b="b"/>
            <a:pathLst>
              <a:path w="2134633" h="1950521">
                <a:moveTo>
                  <a:pt x="0" y="0"/>
                </a:moveTo>
                <a:lnTo>
                  <a:pt x="2134633" y="0"/>
                </a:lnTo>
                <a:lnTo>
                  <a:pt x="2134633" y="1950521"/>
                </a:lnTo>
                <a:lnTo>
                  <a:pt x="0" y="19505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6" name="Freeform 26"/>
          <p:cNvSpPr/>
          <p:nvPr/>
        </p:nvSpPr>
        <p:spPr>
          <a:xfrm flipH="1">
            <a:off x="9403848" y="7061576"/>
            <a:ext cx="4131885" cy="2442977"/>
          </a:xfrm>
          <a:custGeom>
            <a:avLst/>
            <a:gdLst/>
            <a:ahLst/>
            <a:cxnLst/>
            <a:rect l="l" t="t" r="r" b="b"/>
            <a:pathLst>
              <a:path w="4131885" h="2442977">
                <a:moveTo>
                  <a:pt x="4131885" y="0"/>
                </a:moveTo>
                <a:lnTo>
                  <a:pt x="0" y="0"/>
                </a:lnTo>
                <a:lnTo>
                  <a:pt x="0" y="2442978"/>
                </a:lnTo>
                <a:lnTo>
                  <a:pt x="4131885" y="2442978"/>
                </a:lnTo>
                <a:lnTo>
                  <a:pt x="4131885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7" name="TextBox 27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69731" y="2466056"/>
            <a:ext cx="5542722" cy="1117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ANALIZA PROBLEMÓW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69731" y="4305219"/>
            <a:ext cx="4679951" cy="39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Rowerzysty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69731" y="4852500"/>
            <a:ext cx="4679951" cy="39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Nadzorcy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365358" y="6231956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1" y="0"/>
                </a:lnTo>
                <a:lnTo>
                  <a:pt x="476561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3" name="Freeform 33"/>
          <p:cNvSpPr/>
          <p:nvPr/>
        </p:nvSpPr>
        <p:spPr>
          <a:xfrm>
            <a:off x="14101600" y="-248521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4" name="Freeform 34"/>
          <p:cNvSpPr/>
          <p:nvPr/>
        </p:nvSpPr>
        <p:spPr>
          <a:xfrm>
            <a:off x="3341539" y="-248521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5" name="Freeform 35"/>
          <p:cNvSpPr/>
          <p:nvPr/>
        </p:nvSpPr>
        <p:spPr>
          <a:xfrm>
            <a:off x="15411402" y="9896709"/>
            <a:ext cx="780582" cy="780582"/>
          </a:xfrm>
          <a:custGeom>
            <a:avLst/>
            <a:gdLst/>
            <a:ahLst/>
            <a:cxnLst/>
            <a:rect l="l" t="t" r="r" b="b"/>
            <a:pathLst>
              <a:path w="780582" h="780582">
                <a:moveTo>
                  <a:pt x="0" y="0"/>
                </a:moveTo>
                <a:lnTo>
                  <a:pt x="780581" y="0"/>
                </a:lnTo>
                <a:lnTo>
                  <a:pt x="780581" y="780582"/>
                </a:lnTo>
                <a:lnTo>
                  <a:pt x="0" y="780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6" name="Group 6"/>
          <p:cNvGrpSpPr/>
          <p:nvPr/>
        </p:nvGrpSpPr>
        <p:grpSpPr>
          <a:xfrm>
            <a:off x="11736249" y="1625631"/>
            <a:ext cx="4979574" cy="7035738"/>
            <a:chOff x="0" y="0"/>
            <a:chExt cx="4462780" cy="63055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62780" cy="6305550"/>
            </a:xfrm>
            <a:custGeom>
              <a:avLst/>
              <a:gdLst/>
              <a:ahLst/>
              <a:cxnLst/>
              <a:rect l="l" t="t" r="r" b="b"/>
              <a:pathLst>
                <a:path w="4462780" h="6305550">
                  <a:moveTo>
                    <a:pt x="0" y="0"/>
                  </a:moveTo>
                  <a:lnTo>
                    <a:pt x="4462780" y="594360"/>
                  </a:lnTo>
                  <a:lnTo>
                    <a:pt x="3385820" y="6305550"/>
                  </a:lnTo>
                  <a:lnTo>
                    <a:pt x="1062990" y="5552440"/>
                  </a:lnTo>
                  <a:lnTo>
                    <a:pt x="1076960" y="4930140"/>
                  </a:lnTo>
                  <a:lnTo>
                    <a:pt x="198120" y="4716780"/>
                  </a:lnTo>
                  <a:close/>
                </a:path>
              </a:pathLst>
            </a:custGeom>
            <a:blipFill>
              <a:blip r:embed="rId3"/>
              <a:stretch>
                <a:fillRect t="-2329" b="-2329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92157" y="2845755"/>
            <a:ext cx="4115610" cy="5815027"/>
            <a:chOff x="0" y="0"/>
            <a:chExt cx="4462780" cy="6305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62780" cy="6305550"/>
            </a:xfrm>
            <a:custGeom>
              <a:avLst/>
              <a:gdLst/>
              <a:ahLst/>
              <a:cxnLst/>
              <a:rect l="l" t="t" r="r" b="b"/>
              <a:pathLst>
                <a:path w="4462780" h="6305550">
                  <a:moveTo>
                    <a:pt x="0" y="0"/>
                  </a:moveTo>
                  <a:lnTo>
                    <a:pt x="4462780" y="594360"/>
                  </a:lnTo>
                  <a:lnTo>
                    <a:pt x="3385820" y="6305550"/>
                  </a:lnTo>
                  <a:lnTo>
                    <a:pt x="1062990" y="5552440"/>
                  </a:lnTo>
                  <a:lnTo>
                    <a:pt x="1076960" y="4930140"/>
                  </a:lnTo>
                  <a:lnTo>
                    <a:pt x="198120" y="4716780"/>
                  </a:lnTo>
                  <a:close/>
                </a:path>
              </a:pathLst>
            </a:custGeom>
            <a:blipFill>
              <a:blip r:embed="rId4"/>
              <a:stretch>
                <a:fillRect l="-38550" t="-4352" r="-28760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675076" y="747550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1" name="Freeform 11"/>
          <p:cNvSpPr/>
          <p:nvPr/>
        </p:nvSpPr>
        <p:spPr>
          <a:xfrm>
            <a:off x="16555152" y="6178129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6" y="0"/>
                </a:lnTo>
                <a:lnTo>
                  <a:pt x="1313356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2" name="Group 12"/>
          <p:cNvGrpSpPr/>
          <p:nvPr/>
        </p:nvGrpSpPr>
        <p:grpSpPr>
          <a:xfrm>
            <a:off x="2155141" y="2206851"/>
            <a:ext cx="597518" cy="103605"/>
            <a:chOff x="0" y="0"/>
            <a:chExt cx="812800" cy="140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6" name="Group 16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3" name="Freeform 23"/>
          <p:cNvSpPr/>
          <p:nvPr/>
        </p:nvSpPr>
        <p:spPr>
          <a:xfrm>
            <a:off x="11873234" y="9516282"/>
            <a:ext cx="1934533" cy="1934533"/>
          </a:xfrm>
          <a:custGeom>
            <a:avLst/>
            <a:gdLst/>
            <a:ahLst/>
            <a:cxnLst/>
            <a:rect l="l" t="t" r="r" b="b"/>
            <a:pathLst>
              <a:path w="1934533" h="1934533">
                <a:moveTo>
                  <a:pt x="0" y="0"/>
                </a:moveTo>
                <a:lnTo>
                  <a:pt x="1934534" y="0"/>
                </a:lnTo>
                <a:lnTo>
                  <a:pt x="1934534" y="1934533"/>
                </a:lnTo>
                <a:lnTo>
                  <a:pt x="0" y="193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TextBox 24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55141" y="2377131"/>
            <a:ext cx="4313109" cy="182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PODEJŚCIE DO PROBLEMÓW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29407" y="5239165"/>
            <a:ext cx="5440087" cy="39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Moduł chatu z rowerzystą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29407" y="5960959"/>
            <a:ext cx="5440087" cy="39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Moduł analityczny dla nadzorcy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29" name="Freeform 29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0" name="Freeform 30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1" name="Freeform 31"/>
          <p:cNvSpPr/>
          <p:nvPr/>
        </p:nvSpPr>
        <p:spPr>
          <a:xfrm>
            <a:off x="5361721" y="7735646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5" y="0"/>
                </a:lnTo>
                <a:lnTo>
                  <a:pt x="1313355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2" name="Freeform 32"/>
          <p:cNvSpPr/>
          <p:nvPr/>
        </p:nvSpPr>
        <p:spPr>
          <a:xfrm>
            <a:off x="8667438" y="5456335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3" name="Freeform 33"/>
          <p:cNvSpPr/>
          <p:nvPr/>
        </p:nvSpPr>
        <p:spPr>
          <a:xfrm>
            <a:off x="468425" y="3806523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1"/>
                </a:lnTo>
                <a:lnTo>
                  <a:pt x="0" y="476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4" name="Freeform 34"/>
          <p:cNvSpPr/>
          <p:nvPr/>
        </p:nvSpPr>
        <p:spPr>
          <a:xfrm>
            <a:off x="14711756" y="790419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5" name="Freeform 35"/>
          <p:cNvSpPr/>
          <p:nvPr/>
        </p:nvSpPr>
        <p:spPr>
          <a:xfrm>
            <a:off x="2752659" y="7253204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0" y="0"/>
                </a:lnTo>
                <a:lnTo>
                  <a:pt x="238280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6" name="Freeform 36"/>
          <p:cNvSpPr/>
          <p:nvPr/>
        </p:nvSpPr>
        <p:spPr>
          <a:xfrm>
            <a:off x="9928579" y="8781738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1" y="0"/>
                </a:lnTo>
                <a:lnTo>
                  <a:pt x="476561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7" name="Freeform 37"/>
          <p:cNvSpPr/>
          <p:nvPr/>
        </p:nvSpPr>
        <p:spPr>
          <a:xfrm>
            <a:off x="10584839" y="208824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6" name="Group 6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7" name="Group 7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4" name="Freeform 14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5" name="Freeform 15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6" name="Freeform 16"/>
          <p:cNvSpPr/>
          <p:nvPr/>
        </p:nvSpPr>
        <p:spPr>
          <a:xfrm rot="5906643">
            <a:off x="3709021" y="987348"/>
            <a:ext cx="1852082" cy="1847452"/>
          </a:xfrm>
          <a:custGeom>
            <a:avLst/>
            <a:gdLst/>
            <a:ahLst/>
            <a:cxnLst/>
            <a:rect l="l" t="t" r="r" b="b"/>
            <a:pathLst>
              <a:path w="1852082" h="1847452">
                <a:moveTo>
                  <a:pt x="0" y="0"/>
                </a:moveTo>
                <a:lnTo>
                  <a:pt x="1852082" y="0"/>
                </a:lnTo>
                <a:lnTo>
                  <a:pt x="1852082" y="1847452"/>
                </a:lnTo>
                <a:lnTo>
                  <a:pt x="0" y="1847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7" name="TextBox 17"/>
          <p:cNvSpPr txBox="1"/>
          <p:nvPr/>
        </p:nvSpPr>
        <p:spPr>
          <a:xfrm>
            <a:off x="5960983" y="989771"/>
            <a:ext cx="5440087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1" lvl="1" indent="-345435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LLM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635062" y="3600796"/>
            <a:ext cx="5173480" cy="3482674"/>
            <a:chOff x="0" y="0"/>
            <a:chExt cx="6897974" cy="464356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6897974" cy="4643565"/>
              <a:chOff x="0" y="0"/>
              <a:chExt cx="1207407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2074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207407" h="812800">
                    <a:moveTo>
                      <a:pt x="603704" y="0"/>
                    </a:moveTo>
                    <a:cubicBezTo>
                      <a:pt x="270287" y="0"/>
                      <a:pt x="0" y="181951"/>
                      <a:pt x="0" y="406400"/>
                    </a:cubicBezTo>
                    <a:cubicBezTo>
                      <a:pt x="0" y="630849"/>
                      <a:pt x="270287" y="812800"/>
                      <a:pt x="603704" y="812800"/>
                    </a:cubicBezTo>
                    <a:cubicBezTo>
                      <a:pt x="937120" y="812800"/>
                      <a:pt x="1207407" y="630849"/>
                      <a:pt x="1207407" y="406400"/>
                    </a:cubicBezTo>
                    <a:cubicBezTo>
                      <a:pt x="1207407" y="181951"/>
                      <a:pt x="937120" y="0"/>
                      <a:pt x="603704" y="0"/>
                    </a:cubicBezTo>
                    <a:close/>
                  </a:path>
                </a:pathLst>
              </a:custGeom>
              <a:solidFill>
                <a:srgbClr val="00A33D">
                  <a:alpha val="27843"/>
                </a:srgbClr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3194" y="38100"/>
                <a:ext cx="981018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19001" y="1522141"/>
              <a:ext cx="796690" cy="138140"/>
              <a:chOff x="0" y="0"/>
              <a:chExt cx="812800" cy="14093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14093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40934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40934"/>
                    </a:lnTo>
                    <a:lnTo>
                      <a:pt x="0" y="14093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2800" cy="1790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919001" y="1726957"/>
              <a:ext cx="5750812" cy="12563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84"/>
                </a:lnSpc>
              </a:pPr>
              <a:r>
                <a:rPr lang="en-US" sz="6499" b="1">
                  <a:solidFill>
                    <a:srgbClr val="FFFFFF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JAK TO DZIAŁA?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847447" y="1230119"/>
            <a:ext cx="5440087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1" lvl="1" indent="-345435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JSON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08866" y="4339767"/>
            <a:ext cx="5440087" cy="109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1" lvl="1" indent="-345435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Silnik geoanalizy (routing)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45314" y="8332235"/>
            <a:ext cx="5440087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1" lvl="1" indent="-345435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Mapa + opis trasy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85043" y="2905570"/>
            <a:ext cx="5440087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1" lvl="1" indent="-345435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Rowerzysta (UI)</a:t>
            </a:r>
          </a:p>
        </p:txBody>
      </p:sp>
      <p:sp>
        <p:nvSpPr>
          <p:cNvPr id="32" name="Freeform 32"/>
          <p:cNvSpPr/>
          <p:nvPr/>
        </p:nvSpPr>
        <p:spPr>
          <a:xfrm rot="8100000">
            <a:off x="8357486" y="363543"/>
            <a:ext cx="1852082" cy="1847452"/>
          </a:xfrm>
          <a:custGeom>
            <a:avLst/>
            <a:gdLst/>
            <a:ahLst/>
            <a:cxnLst/>
            <a:rect l="l" t="t" r="r" b="b"/>
            <a:pathLst>
              <a:path w="1852082" h="1847452">
                <a:moveTo>
                  <a:pt x="0" y="0"/>
                </a:moveTo>
                <a:lnTo>
                  <a:pt x="1852082" y="0"/>
                </a:lnTo>
                <a:lnTo>
                  <a:pt x="1852082" y="1847452"/>
                </a:lnTo>
                <a:lnTo>
                  <a:pt x="0" y="1847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3" name="Freeform 33"/>
          <p:cNvSpPr/>
          <p:nvPr/>
        </p:nvSpPr>
        <p:spPr>
          <a:xfrm rot="10558202">
            <a:off x="12949662" y="2038994"/>
            <a:ext cx="1852082" cy="1847452"/>
          </a:xfrm>
          <a:custGeom>
            <a:avLst/>
            <a:gdLst/>
            <a:ahLst/>
            <a:cxnLst/>
            <a:rect l="l" t="t" r="r" b="b"/>
            <a:pathLst>
              <a:path w="1852082" h="1847452">
                <a:moveTo>
                  <a:pt x="0" y="0"/>
                </a:moveTo>
                <a:lnTo>
                  <a:pt x="1852082" y="0"/>
                </a:lnTo>
                <a:lnTo>
                  <a:pt x="1852082" y="1847452"/>
                </a:lnTo>
                <a:lnTo>
                  <a:pt x="0" y="1847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4" name="Freeform 34"/>
          <p:cNvSpPr/>
          <p:nvPr/>
        </p:nvSpPr>
        <p:spPr>
          <a:xfrm rot="-6821568">
            <a:off x="12903309" y="5944583"/>
            <a:ext cx="1852082" cy="1847452"/>
          </a:xfrm>
          <a:custGeom>
            <a:avLst/>
            <a:gdLst/>
            <a:ahLst/>
            <a:cxnLst/>
            <a:rect l="l" t="t" r="r" b="b"/>
            <a:pathLst>
              <a:path w="1852082" h="1847452">
                <a:moveTo>
                  <a:pt x="0" y="0"/>
                </a:moveTo>
                <a:lnTo>
                  <a:pt x="1852082" y="0"/>
                </a:lnTo>
                <a:lnTo>
                  <a:pt x="1852082" y="1847452"/>
                </a:lnTo>
                <a:lnTo>
                  <a:pt x="0" y="1847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5" name="Freeform 35"/>
          <p:cNvSpPr/>
          <p:nvPr/>
        </p:nvSpPr>
        <p:spPr>
          <a:xfrm>
            <a:off x="9025576" y="214935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6" name="Freeform 36"/>
          <p:cNvSpPr/>
          <p:nvPr/>
        </p:nvSpPr>
        <p:spPr>
          <a:xfrm>
            <a:off x="1425040" y="5009592"/>
            <a:ext cx="1279092" cy="1279092"/>
          </a:xfrm>
          <a:custGeom>
            <a:avLst/>
            <a:gdLst/>
            <a:ahLst/>
            <a:cxnLst/>
            <a:rect l="l" t="t" r="r" b="b"/>
            <a:pathLst>
              <a:path w="1279092" h="1279092">
                <a:moveTo>
                  <a:pt x="0" y="0"/>
                </a:moveTo>
                <a:lnTo>
                  <a:pt x="1279092" y="0"/>
                </a:lnTo>
                <a:lnTo>
                  <a:pt x="1279092" y="1279092"/>
                </a:lnTo>
                <a:lnTo>
                  <a:pt x="0" y="127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7" name="Freeform 37"/>
          <p:cNvSpPr/>
          <p:nvPr/>
        </p:nvSpPr>
        <p:spPr>
          <a:xfrm>
            <a:off x="11401070" y="6606908"/>
            <a:ext cx="953123" cy="953123"/>
          </a:xfrm>
          <a:custGeom>
            <a:avLst/>
            <a:gdLst/>
            <a:ahLst/>
            <a:cxnLst/>
            <a:rect l="l" t="t" r="r" b="b"/>
            <a:pathLst>
              <a:path w="953123" h="953123">
                <a:moveTo>
                  <a:pt x="0" y="0"/>
                </a:moveTo>
                <a:lnTo>
                  <a:pt x="953123" y="0"/>
                </a:lnTo>
                <a:lnTo>
                  <a:pt x="953123" y="953123"/>
                </a:lnTo>
                <a:lnTo>
                  <a:pt x="0" y="953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8" name="Freeform 38"/>
          <p:cNvSpPr/>
          <p:nvPr/>
        </p:nvSpPr>
        <p:spPr>
          <a:xfrm>
            <a:off x="13567491" y="574493"/>
            <a:ext cx="953123" cy="953123"/>
          </a:xfrm>
          <a:custGeom>
            <a:avLst/>
            <a:gdLst/>
            <a:ahLst/>
            <a:cxnLst/>
            <a:rect l="l" t="t" r="r" b="b"/>
            <a:pathLst>
              <a:path w="953123" h="953123">
                <a:moveTo>
                  <a:pt x="0" y="0"/>
                </a:moveTo>
                <a:lnTo>
                  <a:pt x="953123" y="0"/>
                </a:lnTo>
                <a:lnTo>
                  <a:pt x="953123" y="953124"/>
                </a:lnTo>
                <a:lnTo>
                  <a:pt x="0" y="95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9" name="Freeform 39"/>
          <p:cNvSpPr/>
          <p:nvPr/>
        </p:nvSpPr>
        <p:spPr>
          <a:xfrm>
            <a:off x="15014045" y="9493542"/>
            <a:ext cx="1629730" cy="1629730"/>
          </a:xfrm>
          <a:custGeom>
            <a:avLst/>
            <a:gdLst/>
            <a:ahLst/>
            <a:cxnLst/>
            <a:rect l="l" t="t" r="r" b="b"/>
            <a:pathLst>
              <a:path w="1629730" h="1629730">
                <a:moveTo>
                  <a:pt x="0" y="0"/>
                </a:moveTo>
                <a:lnTo>
                  <a:pt x="1629729" y="0"/>
                </a:lnTo>
                <a:lnTo>
                  <a:pt x="1629729" y="1629730"/>
                </a:lnTo>
                <a:lnTo>
                  <a:pt x="0" y="162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0" name="Freeform 40"/>
          <p:cNvSpPr/>
          <p:nvPr/>
        </p:nvSpPr>
        <p:spPr>
          <a:xfrm>
            <a:off x="2227570" y="1672793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2"/>
                </a:lnTo>
                <a:lnTo>
                  <a:pt x="0" y="4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1" name="Freeform 41"/>
          <p:cNvSpPr/>
          <p:nvPr/>
        </p:nvSpPr>
        <p:spPr>
          <a:xfrm rot="-3077807">
            <a:off x="8419361" y="8125276"/>
            <a:ext cx="1852082" cy="1847452"/>
          </a:xfrm>
          <a:custGeom>
            <a:avLst/>
            <a:gdLst/>
            <a:ahLst/>
            <a:cxnLst/>
            <a:rect l="l" t="t" r="r" b="b"/>
            <a:pathLst>
              <a:path w="1852082" h="1847452">
                <a:moveTo>
                  <a:pt x="0" y="0"/>
                </a:moveTo>
                <a:lnTo>
                  <a:pt x="1852082" y="0"/>
                </a:lnTo>
                <a:lnTo>
                  <a:pt x="1852082" y="1847451"/>
                </a:lnTo>
                <a:lnTo>
                  <a:pt x="0" y="1847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2" name="TextBox 42"/>
          <p:cNvSpPr txBox="1"/>
          <p:nvPr/>
        </p:nvSpPr>
        <p:spPr>
          <a:xfrm>
            <a:off x="2465851" y="7859720"/>
            <a:ext cx="5440087" cy="109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1" lvl="1" indent="-345435" algn="l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Logowanie do modułu analitycznego nadzorcy</a:t>
            </a:r>
          </a:p>
        </p:txBody>
      </p:sp>
      <p:sp>
        <p:nvSpPr>
          <p:cNvPr id="43" name="Freeform 43"/>
          <p:cNvSpPr/>
          <p:nvPr/>
        </p:nvSpPr>
        <p:spPr>
          <a:xfrm>
            <a:off x="17201956" y="3568242"/>
            <a:ext cx="476562" cy="476562"/>
          </a:xfrm>
          <a:custGeom>
            <a:avLst/>
            <a:gdLst/>
            <a:ahLst/>
            <a:cxnLst/>
            <a:rect l="l" t="t" r="r" b="b"/>
            <a:pathLst>
              <a:path w="476562" h="476562">
                <a:moveTo>
                  <a:pt x="0" y="0"/>
                </a:moveTo>
                <a:lnTo>
                  <a:pt x="476562" y="0"/>
                </a:lnTo>
                <a:lnTo>
                  <a:pt x="476562" y="476561"/>
                </a:lnTo>
                <a:lnTo>
                  <a:pt x="0" y="476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4" name="Freeform 44"/>
          <p:cNvSpPr/>
          <p:nvPr/>
        </p:nvSpPr>
        <p:spPr>
          <a:xfrm>
            <a:off x="12492228" y="3949242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5" name="Freeform 45"/>
          <p:cNvSpPr/>
          <p:nvPr/>
        </p:nvSpPr>
        <p:spPr>
          <a:xfrm>
            <a:off x="6025130" y="2149355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7" name="Group 7"/>
          <p:cNvGrpSpPr/>
          <p:nvPr/>
        </p:nvGrpSpPr>
        <p:grpSpPr>
          <a:xfrm>
            <a:off x="11999912" y="2054987"/>
            <a:ext cx="8289093" cy="6021197"/>
            <a:chOff x="0" y="0"/>
            <a:chExt cx="6350000" cy="4612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4612640"/>
            </a:xfrm>
            <a:custGeom>
              <a:avLst/>
              <a:gdLst/>
              <a:ahLst/>
              <a:cxnLst/>
              <a:rect l="l" t="t" r="r" b="b"/>
              <a:pathLst>
                <a:path w="6350000" h="4612640">
                  <a:moveTo>
                    <a:pt x="0" y="2670810"/>
                  </a:moveTo>
                  <a:lnTo>
                    <a:pt x="1606550" y="4612640"/>
                  </a:lnTo>
                  <a:lnTo>
                    <a:pt x="4968240" y="4612640"/>
                  </a:lnTo>
                  <a:lnTo>
                    <a:pt x="4968240" y="2670810"/>
                  </a:lnTo>
                  <a:lnTo>
                    <a:pt x="635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040" b="-36040"/>
              </a:stretch>
            </a:blipFill>
            <a:ln w="66675" cap="sq">
              <a:solidFill>
                <a:srgbClr val="3CC027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78526" y="2054987"/>
            <a:ext cx="5602311" cy="3397538"/>
            <a:chOff x="0" y="0"/>
            <a:chExt cx="7469747" cy="453005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rcRect l="8441" t="11794" r="10409" b="26689"/>
            <a:stretch>
              <a:fillRect/>
            </a:stretch>
          </p:blipFill>
          <p:spPr>
            <a:xfrm>
              <a:off x="0" y="0"/>
              <a:ext cx="7469747" cy="4530051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5707" y="2054987"/>
            <a:ext cx="5851422" cy="3397538"/>
            <a:chOff x="0" y="0"/>
            <a:chExt cx="7801896" cy="453005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/>
            <a:srcRect t="6425" b="6425"/>
            <a:stretch>
              <a:fillRect/>
            </a:stretch>
          </p:blipFill>
          <p:spPr>
            <a:xfrm>
              <a:off x="0" y="0"/>
              <a:ext cx="7801896" cy="4530051"/>
            </a:xfrm>
            <a:prstGeom prst="rect">
              <a:avLst/>
            </a:prstGeom>
          </p:spPr>
        </p:pic>
      </p:grpSp>
      <p:sp>
        <p:nvSpPr>
          <p:cNvPr id="13" name="Freeform 13"/>
          <p:cNvSpPr/>
          <p:nvPr/>
        </p:nvSpPr>
        <p:spPr>
          <a:xfrm>
            <a:off x="4722667" y="5336975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3" y="0"/>
                </a:lnTo>
                <a:lnTo>
                  <a:pt x="2468923" y="2468923"/>
                </a:lnTo>
                <a:lnTo>
                  <a:pt x="0" y="246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4" name="Freeform 14"/>
          <p:cNvSpPr/>
          <p:nvPr/>
        </p:nvSpPr>
        <p:spPr>
          <a:xfrm>
            <a:off x="15693367" y="8076184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5" name="Group 15"/>
          <p:cNvGrpSpPr/>
          <p:nvPr/>
        </p:nvGrpSpPr>
        <p:grpSpPr>
          <a:xfrm>
            <a:off x="1865418" y="6708518"/>
            <a:ext cx="597518" cy="103605"/>
            <a:chOff x="0" y="0"/>
            <a:chExt cx="812800" cy="1409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9" name="Group 19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5" name="Freeform 25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6" name="Freeform 26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7" name="TextBox 27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65418" y="6878798"/>
            <a:ext cx="4313109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ŹRÓDŁA DANYCH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19712" y="6936265"/>
            <a:ext cx="426112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6" lvl="1" indent="-237488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 Street Map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19712" y="7610998"/>
            <a:ext cx="4709927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6" lvl="1" indent="-237488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Zarząd Transportu Publicznego w Krakowie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19712" y="8679069"/>
            <a:ext cx="540192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6" lvl="1" indent="-237488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System ewidencji wypadków i kolizji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365358" y="843893"/>
            <a:ext cx="558566" cy="558566"/>
          </a:xfrm>
          <a:custGeom>
            <a:avLst/>
            <a:gdLst/>
            <a:ahLst/>
            <a:cxnLst/>
            <a:rect l="l" t="t" r="r" b="b"/>
            <a:pathLst>
              <a:path w="558566" h="558566">
                <a:moveTo>
                  <a:pt x="0" y="0"/>
                </a:moveTo>
                <a:lnTo>
                  <a:pt x="558566" y="0"/>
                </a:lnTo>
                <a:lnTo>
                  <a:pt x="558566" y="558566"/>
                </a:lnTo>
                <a:lnTo>
                  <a:pt x="0" y="55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4" name="Freeform 34"/>
          <p:cNvSpPr/>
          <p:nvPr/>
        </p:nvSpPr>
        <p:spPr>
          <a:xfrm>
            <a:off x="9650274" y="-207964"/>
            <a:ext cx="1174418" cy="1174418"/>
          </a:xfrm>
          <a:custGeom>
            <a:avLst/>
            <a:gdLst/>
            <a:ahLst/>
            <a:cxnLst/>
            <a:rect l="l" t="t" r="r" b="b"/>
            <a:pathLst>
              <a:path w="1174418" h="1174418">
                <a:moveTo>
                  <a:pt x="0" y="0"/>
                </a:moveTo>
                <a:lnTo>
                  <a:pt x="1174419" y="0"/>
                </a:lnTo>
                <a:lnTo>
                  <a:pt x="1174419" y="1174418"/>
                </a:lnTo>
                <a:lnTo>
                  <a:pt x="0" y="1174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5" name="Freeform 35"/>
          <p:cNvSpPr/>
          <p:nvPr/>
        </p:nvSpPr>
        <p:spPr>
          <a:xfrm>
            <a:off x="3031418" y="1123176"/>
            <a:ext cx="558566" cy="558566"/>
          </a:xfrm>
          <a:custGeom>
            <a:avLst/>
            <a:gdLst/>
            <a:ahLst/>
            <a:cxnLst/>
            <a:rect l="l" t="t" r="r" b="b"/>
            <a:pathLst>
              <a:path w="558566" h="558566">
                <a:moveTo>
                  <a:pt x="0" y="0"/>
                </a:moveTo>
                <a:lnTo>
                  <a:pt x="558566" y="0"/>
                </a:lnTo>
                <a:lnTo>
                  <a:pt x="558566" y="558566"/>
                </a:lnTo>
                <a:lnTo>
                  <a:pt x="0" y="55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6" name="Freeform 36"/>
          <p:cNvSpPr/>
          <p:nvPr/>
        </p:nvSpPr>
        <p:spPr>
          <a:xfrm>
            <a:off x="1276931" y="8417602"/>
            <a:ext cx="599133" cy="599133"/>
          </a:xfrm>
          <a:custGeom>
            <a:avLst/>
            <a:gdLst/>
            <a:ahLst/>
            <a:cxnLst/>
            <a:rect l="l" t="t" r="r" b="b"/>
            <a:pathLst>
              <a:path w="599133" h="599133">
                <a:moveTo>
                  <a:pt x="0" y="0"/>
                </a:moveTo>
                <a:lnTo>
                  <a:pt x="599132" y="0"/>
                </a:lnTo>
                <a:lnTo>
                  <a:pt x="599132" y="599133"/>
                </a:lnTo>
                <a:lnTo>
                  <a:pt x="0" y="599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7" name="Freeform 37"/>
          <p:cNvSpPr/>
          <p:nvPr/>
        </p:nvSpPr>
        <p:spPr>
          <a:xfrm>
            <a:off x="5758178" y="9051814"/>
            <a:ext cx="840698" cy="840698"/>
          </a:xfrm>
          <a:custGeom>
            <a:avLst/>
            <a:gdLst/>
            <a:ahLst/>
            <a:cxnLst/>
            <a:rect l="l" t="t" r="r" b="b"/>
            <a:pathLst>
              <a:path w="840698" h="840698">
                <a:moveTo>
                  <a:pt x="0" y="0"/>
                </a:moveTo>
                <a:lnTo>
                  <a:pt x="840697" y="0"/>
                </a:lnTo>
                <a:lnTo>
                  <a:pt x="840697" y="840698"/>
                </a:lnTo>
                <a:lnTo>
                  <a:pt x="0" y="84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8" name="Freeform 38"/>
          <p:cNvSpPr/>
          <p:nvPr/>
        </p:nvSpPr>
        <p:spPr>
          <a:xfrm>
            <a:off x="6598875" y="538875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9" name="Freeform 39"/>
          <p:cNvSpPr/>
          <p:nvPr/>
        </p:nvSpPr>
        <p:spPr>
          <a:xfrm>
            <a:off x="11324992" y="1562602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0" name="Freeform 40"/>
          <p:cNvSpPr/>
          <p:nvPr/>
        </p:nvSpPr>
        <p:spPr>
          <a:xfrm>
            <a:off x="11324992" y="6004391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1" name="Freeform 41"/>
          <p:cNvSpPr/>
          <p:nvPr/>
        </p:nvSpPr>
        <p:spPr>
          <a:xfrm>
            <a:off x="4944088" y="7892543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720246" y="831233"/>
            <a:ext cx="11199871" cy="9563873"/>
            <a:chOff x="0" y="0"/>
            <a:chExt cx="6051606" cy="51676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51606" cy="5167630"/>
            </a:xfrm>
            <a:custGeom>
              <a:avLst/>
              <a:gdLst/>
              <a:ahLst/>
              <a:cxnLst/>
              <a:rect l="l" t="t" r="r" b="b"/>
              <a:pathLst>
                <a:path w="6051606" h="5167630">
                  <a:moveTo>
                    <a:pt x="0" y="5015230"/>
                  </a:moveTo>
                  <a:lnTo>
                    <a:pt x="0" y="4309110"/>
                  </a:lnTo>
                  <a:lnTo>
                    <a:pt x="6051606" y="0"/>
                  </a:lnTo>
                  <a:lnTo>
                    <a:pt x="6051606" y="5167630"/>
                  </a:lnTo>
                  <a:close/>
                </a:path>
              </a:pathLst>
            </a:custGeom>
            <a:blipFill>
              <a:blip r:embed="rId3"/>
              <a:stretch>
                <a:fillRect l="-6179" r="-6179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9" name="Freeform 9"/>
          <p:cNvSpPr/>
          <p:nvPr/>
        </p:nvSpPr>
        <p:spPr>
          <a:xfrm>
            <a:off x="9798462" y="-32128"/>
            <a:ext cx="2121656" cy="2121656"/>
          </a:xfrm>
          <a:custGeom>
            <a:avLst/>
            <a:gdLst/>
            <a:ahLst/>
            <a:cxnLst/>
            <a:rect l="l" t="t" r="r" b="b"/>
            <a:pathLst>
              <a:path w="2121656" h="2121656">
                <a:moveTo>
                  <a:pt x="0" y="0"/>
                </a:moveTo>
                <a:lnTo>
                  <a:pt x="2121655" y="0"/>
                </a:lnTo>
                <a:lnTo>
                  <a:pt x="2121655" y="2121656"/>
                </a:lnTo>
                <a:lnTo>
                  <a:pt x="0" y="212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0" name="Group 10"/>
          <p:cNvGrpSpPr/>
          <p:nvPr/>
        </p:nvGrpSpPr>
        <p:grpSpPr>
          <a:xfrm>
            <a:off x="1670617" y="1552211"/>
            <a:ext cx="597518" cy="103605"/>
            <a:chOff x="0" y="0"/>
            <a:chExt cx="812800" cy="1409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4" name="Group 14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0" name="Freeform 20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TextBox 22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0617" y="1761527"/>
            <a:ext cx="6727011" cy="92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 ROBI LLM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13458" y="3020341"/>
            <a:ext cx="321786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rozumie język naturalny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76497" y="2926902"/>
            <a:ext cx="597723" cy="597723"/>
            <a:chOff x="0" y="0"/>
            <a:chExt cx="796964" cy="796964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13458" y="3981889"/>
            <a:ext cx="2684929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wydobywa intencję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550659" y="3888450"/>
            <a:ext cx="597723" cy="597723"/>
            <a:chOff x="0" y="0"/>
            <a:chExt cx="796964" cy="796964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13458" y="4746299"/>
            <a:ext cx="321786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zamienia preferencje na ustrukturyzowane dane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50659" y="4848123"/>
            <a:ext cx="597723" cy="597723"/>
            <a:chOff x="0" y="0"/>
            <a:chExt cx="796964" cy="796964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43" name="Freeform 43"/>
          <p:cNvSpPr/>
          <p:nvPr/>
        </p:nvSpPr>
        <p:spPr>
          <a:xfrm>
            <a:off x="12581099" y="8830322"/>
            <a:ext cx="855955" cy="855955"/>
          </a:xfrm>
          <a:custGeom>
            <a:avLst/>
            <a:gdLst/>
            <a:ahLst/>
            <a:cxnLst/>
            <a:rect l="l" t="t" r="r" b="b"/>
            <a:pathLst>
              <a:path w="855955" h="855955">
                <a:moveTo>
                  <a:pt x="0" y="0"/>
                </a:moveTo>
                <a:lnTo>
                  <a:pt x="855955" y="0"/>
                </a:lnTo>
                <a:lnTo>
                  <a:pt x="855955" y="855956"/>
                </a:lnTo>
                <a:lnTo>
                  <a:pt x="0" y="85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4" name="Freeform 44"/>
          <p:cNvSpPr/>
          <p:nvPr/>
        </p:nvSpPr>
        <p:spPr>
          <a:xfrm>
            <a:off x="5090290" y="-747418"/>
            <a:ext cx="1241944" cy="1241944"/>
          </a:xfrm>
          <a:custGeom>
            <a:avLst/>
            <a:gdLst/>
            <a:ahLst/>
            <a:cxnLst/>
            <a:rect l="l" t="t" r="r" b="b"/>
            <a:pathLst>
              <a:path w="1241944" h="1241944">
                <a:moveTo>
                  <a:pt x="0" y="0"/>
                </a:moveTo>
                <a:lnTo>
                  <a:pt x="1241944" y="0"/>
                </a:lnTo>
                <a:lnTo>
                  <a:pt x="1241944" y="1241944"/>
                </a:lnTo>
                <a:lnTo>
                  <a:pt x="0" y="1241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5" name="Freeform 45"/>
          <p:cNvSpPr/>
          <p:nvPr/>
        </p:nvSpPr>
        <p:spPr>
          <a:xfrm>
            <a:off x="14533137" y="-333076"/>
            <a:ext cx="666152" cy="666152"/>
          </a:xfrm>
          <a:custGeom>
            <a:avLst/>
            <a:gdLst/>
            <a:ahLst/>
            <a:cxnLst/>
            <a:rect l="l" t="t" r="r" b="b"/>
            <a:pathLst>
              <a:path w="666152" h="666152">
                <a:moveTo>
                  <a:pt x="0" y="0"/>
                </a:moveTo>
                <a:lnTo>
                  <a:pt x="666151" y="0"/>
                </a:lnTo>
                <a:lnTo>
                  <a:pt x="666151" y="666152"/>
                </a:lnTo>
                <a:lnTo>
                  <a:pt x="0" y="666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6" name="Freeform 46"/>
          <p:cNvSpPr/>
          <p:nvPr/>
        </p:nvSpPr>
        <p:spPr>
          <a:xfrm>
            <a:off x="16593148" y="2608959"/>
            <a:ext cx="449482" cy="449482"/>
          </a:xfrm>
          <a:custGeom>
            <a:avLst/>
            <a:gdLst/>
            <a:ahLst/>
            <a:cxnLst/>
            <a:rect l="l" t="t" r="r" b="b"/>
            <a:pathLst>
              <a:path w="449482" h="449482">
                <a:moveTo>
                  <a:pt x="0" y="0"/>
                </a:moveTo>
                <a:lnTo>
                  <a:pt x="449483" y="0"/>
                </a:lnTo>
                <a:lnTo>
                  <a:pt x="449483" y="449482"/>
                </a:lnTo>
                <a:lnTo>
                  <a:pt x="0" y="44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7" name="Freeform 47"/>
          <p:cNvSpPr/>
          <p:nvPr/>
        </p:nvSpPr>
        <p:spPr>
          <a:xfrm>
            <a:off x="495505" y="6541753"/>
            <a:ext cx="449482" cy="449482"/>
          </a:xfrm>
          <a:custGeom>
            <a:avLst/>
            <a:gdLst/>
            <a:ahLst/>
            <a:cxnLst/>
            <a:rect l="l" t="t" r="r" b="b"/>
            <a:pathLst>
              <a:path w="449482" h="449482">
                <a:moveTo>
                  <a:pt x="0" y="0"/>
                </a:moveTo>
                <a:lnTo>
                  <a:pt x="449482" y="0"/>
                </a:lnTo>
                <a:lnTo>
                  <a:pt x="449482" y="449483"/>
                </a:lnTo>
                <a:lnTo>
                  <a:pt x="0" y="449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8" name="Freeform 48"/>
          <p:cNvSpPr/>
          <p:nvPr/>
        </p:nvSpPr>
        <p:spPr>
          <a:xfrm>
            <a:off x="7345848" y="1951177"/>
            <a:ext cx="735925" cy="735925"/>
          </a:xfrm>
          <a:custGeom>
            <a:avLst/>
            <a:gdLst/>
            <a:ahLst/>
            <a:cxnLst/>
            <a:rect l="l" t="t" r="r" b="b"/>
            <a:pathLst>
              <a:path w="735925" h="735925">
                <a:moveTo>
                  <a:pt x="0" y="0"/>
                </a:moveTo>
                <a:lnTo>
                  <a:pt x="735925" y="0"/>
                </a:lnTo>
                <a:lnTo>
                  <a:pt x="735925" y="735925"/>
                </a:lnTo>
                <a:lnTo>
                  <a:pt x="0" y="73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9" name="Freeform 49"/>
          <p:cNvSpPr/>
          <p:nvPr/>
        </p:nvSpPr>
        <p:spPr>
          <a:xfrm>
            <a:off x="4113802" y="831233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0" name="Freeform 50"/>
          <p:cNvSpPr/>
          <p:nvPr/>
        </p:nvSpPr>
        <p:spPr>
          <a:xfrm>
            <a:off x="17440237" y="6991236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720246" y="831233"/>
            <a:ext cx="11199871" cy="9563873"/>
            <a:chOff x="0" y="0"/>
            <a:chExt cx="6051606" cy="51676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51606" cy="5167630"/>
            </a:xfrm>
            <a:custGeom>
              <a:avLst/>
              <a:gdLst/>
              <a:ahLst/>
              <a:cxnLst/>
              <a:rect l="l" t="t" r="r" b="b"/>
              <a:pathLst>
                <a:path w="6051606" h="5167630">
                  <a:moveTo>
                    <a:pt x="0" y="5015230"/>
                  </a:moveTo>
                  <a:lnTo>
                    <a:pt x="0" y="4309110"/>
                  </a:lnTo>
                  <a:lnTo>
                    <a:pt x="6051606" y="0"/>
                  </a:lnTo>
                  <a:lnTo>
                    <a:pt x="6051606" y="5167630"/>
                  </a:lnTo>
                  <a:close/>
                </a:path>
              </a:pathLst>
            </a:custGeom>
            <a:blipFill>
              <a:blip r:embed="rId3"/>
              <a:stretch>
                <a:fillRect l="-6179" r="-6179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9" name="Freeform 9"/>
          <p:cNvSpPr/>
          <p:nvPr/>
        </p:nvSpPr>
        <p:spPr>
          <a:xfrm>
            <a:off x="9798462" y="-32128"/>
            <a:ext cx="2121656" cy="2121656"/>
          </a:xfrm>
          <a:custGeom>
            <a:avLst/>
            <a:gdLst/>
            <a:ahLst/>
            <a:cxnLst/>
            <a:rect l="l" t="t" r="r" b="b"/>
            <a:pathLst>
              <a:path w="2121656" h="2121656">
                <a:moveTo>
                  <a:pt x="0" y="0"/>
                </a:moveTo>
                <a:lnTo>
                  <a:pt x="2121655" y="0"/>
                </a:lnTo>
                <a:lnTo>
                  <a:pt x="2121655" y="2121656"/>
                </a:lnTo>
                <a:lnTo>
                  <a:pt x="0" y="212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0" name="Group 10"/>
          <p:cNvGrpSpPr/>
          <p:nvPr/>
        </p:nvGrpSpPr>
        <p:grpSpPr>
          <a:xfrm>
            <a:off x="1670617" y="1552211"/>
            <a:ext cx="597518" cy="103605"/>
            <a:chOff x="0" y="0"/>
            <a:chExt cx="812800" cy="1409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4" name="Group 14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0" name="Freeform 20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TextBox 22"/>
          <p:cNvSpPr txBox="1"/>
          <p:nvPr/>
        </p:nvSpPr>
        <p:spPr>
          <a:xfrm>
            <a:off x="17857396" y="8851031"/>
            <a:ext cx="263689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0617" y="1761527"/>
            <a:ext cx="6727011" cy="92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 ROBI LLM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13458" y="3020341"/>
            <a:ext cx="321786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rozumie język naturalny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76497" y="2926902"/>
            <a:ext cx="597723" cy="597723"/>
            <a:chOff x="0" y="0"/>
            <a:chExt cx="796964" cy="796964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13458" y="3981889"/>
            <a:ext cx="2684929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wydobywa intencję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550659" y="3888450"/>
            <a:ext cx="597723" cy="597723"/>
            <a:chOff x="0" y="0"/>
            <a:chExt cx="796964" cy="796964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13458" y="4746299"/>
            <a:ext cx="321786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zamienia preferencje na ustrukturyzowane dane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50659" y="4848123"/>
            <a:ext cx="597723" cy="597723"/>
            <a:chOff x="0" y="0"/>
            <a:chExt cx="796964" cy="796964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2411559" y="3513308"/>
            <a:ext cx="597518" cy="103605"/>
            <a:chOff x="0" y="0"/>
            <a:chExt cx="812800" cy="14093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411559" y="3722624"/>
            <a:ext cx="6727011" cy="92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CZEGO NIE ROBI LLM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095062" y="5240424"/>
            <a:ext cx="321786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nie wyznacza trasy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3258101" y="5146985"/>
            <a:ext cx="597723" cy="597723"/>
            <a:chOff x="0" y="0"/>
            <a:chExt cx="796964" cy="796964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095062" y="6006709"/>
            <a:ext cx="3354952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nie podejmuje końcowej decyzji geometrycznej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3232263" y="6108532"/>
            <a:ext cx="597723" cy="597723"/>
            <a:chOff x="0" y="0"/>
            <a:chExt cx="796964" cy="796964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4095062" y="6966382"/>
            <a:ext cx="3217863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nie zastępuje silnika routingu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3232263" y="7068206"/>
            <a:ext cx="597723" cy="597723"/>
            <a:chOff x="0" y="0"/>
            <a:chExt cx="796964" cy="796964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796964" cy="796964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6B33">
                      <a:alpha val="100000"/>
                    </a:srgbClr>
                  </a:gs>
                  <a:gs pos="100000">
                    <a:srgbClr val="00A33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171350" y="260111"/>
              <a:ext cx="454264" cy="257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12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id="65" name="Freeform 65"/>
          <p:cNvSpPr/>
          <p:nvPr/>
        </p:nvSpPr>
        <p:spPr>
          <a:xfrm>
            <a:off x="12581099" y="8830322"/>
            <a:ext cx="855955" cy="855955"/>
          </a:xfrm>
          <a:custGeom>
            <a:avLst/>
            <a:gdLst/>
            <a:ahLst/>
            <a:cxnLst/>
            <a:rect l="l" t="t" r="r" b="b"/>
            <a:pathLst>
              <a:path w="855955" h="855955">
                <a:moveTo>
                  <a:pt x="0" y="0"/>
                </a:moveTo>
                <a:lnTo>
                  <a:pt x="855955" y="0"/>
                </a:lnTo>
                <a:lnTo>
                  <a:pt x="855955" y="855956"/>
                </a:lnTo>
                <a:lnTo>
                  <a:pt x="0" y="85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6" name="Freeform 66"/>
          <p:cNvSpPr/>
          <p:nvPr/>
        </p:nvSpPr>
        <p:spPr>
          <a:xfrm>
            <a:off x="5090290" y="-747418"/>
            <a:ext cx="1241944" cy="1241944"/>
          </a:xfrm>
          <a:custGeom>
            <a:avLst/>
            <a:gdLst/>
            <a:ahLst/>
            <a:cxnLst/>
            <a:rect l="l" t="t" r="r" b="b"/>
            <a:pathLst>
              <a:path w="1241944" h="1241944">
                <a:moveTo>
                  <a:pt x="0" y="0"/>
                </a:moveTo>
                <a:lnTo>
                  <a:pt x="1241944" y="0"/>
                </a:lnTo>
                <a:lnTo>
                  <a:pt x="1241944" y="1241944"/>
                </a:lnTo>
                <a:lnTo>
                  <a:pt x="0" y="1241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7" name="Freeform 67"/>
          <p:cNvSpPr/>
          <p:nvPr/>
        </p:nvSpPr>
        <p:spPr>
          <a:xfrm>
            <a:off x="14533137" y="-333076"/>
            <a:ext cx="666152" cy="666152"/>
          </a:xfrm>
          <a:custGeom>
            <a:avLst/>
            <a:gdLst/>
            <a:ahLst/>
            <a:cxnLst/>
            <a:rect l="l" t="t" r="r" b="b"/>
            <a:pathLst>
              <a:path w="666152" h="666152">
                <a:moveTo>
                  <a:pt x="0" y="0"/>
                </a:moveTo>
                <a:lnTo>
                  <a:pt x="666151" y="0"/>
                </a:lnTo>
                <a:lnTo>
                  <a:pt x="666151" y="666152"/>
                </a:lnTo>
                <a:lnTo>
                  <a:pt x="0" y="666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8" name="Freeform 68"/>
          <p:cNvSpPr/>
          <p:nvPr/>
        </p:nvSpPr>
        <p:spPr>
          <a:xfrm>
            <a:off x="16593148" y="2608959"/>
            <a:ext cx="449482" cy="449482"/>
          </a:xfrm>
          <a:custGeom>
            <a:avLst/>
            <a:gdLst/>
            <a:ahLst/>
            <a:cxnLst/>
            <a:rect l="l" t="t" r="r" b="b"/>
            <a:pathLst>
              <a:path w="449482" h="449482">
                <a:moveTo>
                  <a:pt x="0" y="0"/>
                </a:moveTo>
                <a:lnTo>
                  <a:pt x="449483" y="0"/>
                </a:lnTo>
                <a:lnTo>
                  <a:pt x="449483" y="449482"/>
                </a:lnTo>
                <a:lnTo>
                  <a:pt x="0" y="44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9" name="Freeform 69"/>
          <p:cNvSpPr/>
          <p:nvPr/>
        </p:nvSpPr>
        <p:spPr>
          <a:xfrm>
            <a:off x="495505" y="6541753"/>
            <a:ext cx="449482" cy="449482"/>
          </a:xfrm>
          <a:custGeom>
            <a:avLst/>
            <a:gdLst/>
            <a:ahLst/>
            <a:cxnLst/>
            <a:rect l="l" t="t" r="r" b="b"/>
            <a:pathLst>
              <a:path w="449482" h="449482">
                <a:moveTo>
                  <a:pt x="0" y="0"/>
                </a:moveTo>
                <a:lnTo>
                  <a:pt x="449482" y="0"/>
                </a:lnTo>
                <a:lnTo>
                  <a:pt x="449482" y="449483"/>
                </a:lnTo>
                <a:lnTo>
                  <a:pt x="0" y="449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0" name="Freeform 70"/>
          <p:cNvSpPr/>
          <p:nvPr/>
        </p:nvSpPr>
        <p:spPr>
          <a:xfrm>
            <a:off x="7345848" y="1951177"/>
            <a:ext cx="735925" cy="735925"/>
          </a:xfrm>
          <a:custGeom>
            <a:avLst/>
            <a:gdLst/>
            <a:ahLst/>
            <a:cxnLst/>
            <a:rect l="l" t="t" r="r" b="b"/>
            <a:pathLst>
              <a:path w="735925" h="735925">
                <a:moveTo>
                  <a:pt x="0" y="0"/>
                </a:moveTo>
                <a:lnTo>
                  <a:pt x="735925" y="0"/>
                </a:lnTo>
                <a:lnTo>
                  <a:pt x="735925" y="735925"/>
                </a:lnTo>
                <a:lnTo>
                  <a:pt x="0" y="73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1" name="Freeform 71"/>
          <p:cNvSpPr/>
          <p:nvPr/>
        </p:nvSpPr>
        <p:spPr>
          <a:xfrm>
            <a:off x="4113802" y="831233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2" name="Freeform 72"/>
          <p:cNvSpPr/>
          <p:nvPr/>
        </p:nvSpPr>
        <p:spPr>
          <a:xfrm>
            <a:off x="17440237" y="6991236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34187" y="-4058952"/>
            <a:ext cx="11901195" cy="11856565"/>
          </a:xfrm>
          <a:custGeom>
            <a:avLst/>
            <a:gdLst/>
            <a:ahLst/>
            <a:cxnLst/>
            <a:rect l="l" t="t" r="r" b="b"/>
            <a:pathLst>
              <a:path w="11901195" h="11856565">
                <a:moveTo>
                  <a:pt x="0" y="0"/>
                </a:moveTo>
                <a:lnTo>
                  <a:pt x="11901195" y="0"/>
                </a:lnTo>
                <a:lnTo>
                  <a:pt x="11901195" y="11856566"/>
                </a:lnTo>
                <a:lnTo>
                  <a:pt x="0" y="11856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4" name="Group 4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2324420" y="5890434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3"/>
                </a:lnTo>
                <a:lnTo>
                  <a:pt x="0" y="71569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6591604" y="789027"/>
            <a:ext cx="12017523" cy="4114800"/>
            <a:chOff x="0" y="0"/>
            <a:chExt cx="6350000" cy="2174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2174240"/>
            </a:xfrm>
            <a:custGeom>
              <a:avLst/>
              <a:gdLst/>
              <a:ahLst/>
              <a:cxnLst/>
              <a:rect l="l" t="t" r="r" b="b"/>
              <a:pathLst>
                <a:path w="6350000" h="2174240">
                  <a:moveTo>
                    <a:pt x="6350000" y="0"/>
                  </a:moveTo>
                  <a:lnTo>
                    <a:pt x="6350000" y="2174240"/>
                  </a:lnTo>
                  <a:lnTo>
                    <a:pt x="647700" y="2174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7291" b="-47291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7624341" y="5474376"/>
            <a:ext cx="1969573" cy="1969573"/>
          </a:xfrm>
          <a:custGeom>
            <a:avLst/>
            <a:gdLst/>
            <a:ahLst/>
            <a:cxnLst/>
            <a:rect l="l" t="t" r="r" b="b"/>
            <a:pathLst>
              <a:path w="1969573" h="1969573">
                <a:moveTo>
                  <a:pt x="0" y="0"/>
                </a:moveTo>
                <a:lnTo>
                  <a:pt x="1969573" y="0"/>
                </a:lnTo>
                <a:lnTo>
                  <a:pt x="1969573" y="1969573"/>
                </a:lnTo>
                <a:lnTo>
                  <a:pt x="0" y="1969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1" name="Freeform 11"/>
          <p:cNvSpPr/>
          <p:nvPr/>
        </p:nvSpPr>
        <p:spPr>
          <a:xfrm>
            <a:off x="5953198" y="2011658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2" name="Group 12"/>
          <p:cNvGrpSpPr/>
          <p:nvPr/>
        </p:nvGrpSpPr>
        <p:grpSpPr>
          <a:xfrm>
            <a:off x="1254061" y="2742822"/>
            <a:ext cx="597518" cy="103605"/>
            <a:chOff x="0" y="0"/>
            <a:chExt cx="812800" cy="140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4061" y="6871090"/>
            <a:ext cx="597723" cy="59772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257206" y="6871090"/>
            <a:ext cx="597723" cy="59772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42449" y="6871090"/>
            <a:ext cx="597723" cy="59772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985923" y="6871090"/>
            <a:ext cx="597723" cy="597723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28" name="Group 28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4061" y="2913102"/>
            <a:ext cx="4604489" cy="272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SILNIK GEOANALITYCZNY:</a:t>
            </a:r>
          </a:p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FUNKCJA KOSZTU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4061" y="7769039"/>
            <a:ext cx="2957917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KOWERSJA NA GRAF WAŻONY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82471" y="7007079"/>
            <a:ext cx="340698" cy="29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83440" y="7007079"/>
            <a:ext cx="340698" cy="29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70961" y="7007079"/>
            <a:ext cx="340698" cy="29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114435" y="7007079"/>
            <a:ext cx="340698" cy="29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57206" y="7769039"/>
            <a:ext cx="2957917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DEFINICJA CZYNNIKÓW KOSZTU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42449" y="7769039"/>
            <a:ext cx="295791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MODULACJA PREFERENCJI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85923" y="7769039"/>
            <a:ext cx="2957917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INTEGRACJA DANYCH GEOINFORMATYCZNYCH</a:t>
            </a:r>
          </a:p>
        </p:txBody>
      </p:sp>
      <p:sp>
        <p:nvSpPr>
          <p:cNvPr id="45" name="Freeform 45"/>
          <p:cNvSpPr/>
          <p:nvPr/>
        </p:nvSpPr>
        <p:spPr>
          <a:xfrm>
            <a:off x="12951023" y="9541109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6" name="Freeform 46"/>
          <p:cNvSpPr/>
          <p:nvPr/>
        </p:nvSpPr>
        <p:spPr>
          <a:xfrm>
            <a:off x="9194870" y="8660782"/>
            <a:ext cx="447579" cy="447579"/>
          </a:xfrm>
          <a:custGeom>
            <a:avLst/>
            <a:gdLst/>
            <a:ahLst/>
            <a:cxnLst/>
            <a:rect l="l" t="t" r="r" b="b"/>
            <a:pathLst>
              <a:path w="447579" h="447579">
                <a:moveTo>
                  <a:pt x="0" y="0"/>
                </a:moveTo>
                <a:lnTo>
                  <a:pt x="447579" y="0"/>
                </a:lnTo>
                <a:lnTo>
                  <a:pt x="447579" y="447579"/>
                </a:lnTo>
                <a:lnTo>
                  <a:pt x="0" y="447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7" name="Freeform 47"/>
          <p:cNvSpPr/>
          <p:nvPr/>
        </p:nvSpPr>
        <p:spPr>
          <a:xfrm>
            <a:off x="3876294" y="6022978"/>
            <a:ext cx="447579" cy="447579"/>
          </a:xfrm>
          <a:custGeom>
            <a:avLst/>
            <a:gdLst/>
            <a:ahLst/>
            <a:cxnLst/>
            <a:rect l="l" t="t" r="r" b="b"/>
            <a:pathLst>
              <a:path w="447579" h="447579">
                <a:moveTo>
                  <a:pt x="0" y="0"/>
                </a:moveTo>
                <a:lnTo>
                  <a:pt x="447579" y="0"/>
                </a:lnTo>
                <a:lnTo>
                  <a:pt x="447579" y="447579"/>
                </a:lnTo>
                <a:lnTo>
                  <a:pt x="0" y="447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8" name="Freeform 48"/>
          <p:cNvSpPr/>
          <p:nvPr/>
        </p:nvSpPr>
        <p:spPr>
          <a:xfrm>
            <a:off x="3764399" y="1028700"/>
            <a:ext cx="223790" cy="223790"/>
          </a:xfrm>
          <a:custGeom>
            <a:avLst/>
            <a:gdLst/>
            <a:ahLst/>
            <a:cxnLst/>
            <a:rect l="l" t="t" r="r" b="b"/>
            <a:pathLst>
              <a:path w="223790" h="223790">
                <a:moveTo>
                  <a:pt x="0" y="0"/>
                </a:moveTo>
                <a:lnTo>
                  <a:pt x="223790" y="0"/>
                </a:lnTo>
                <a:lnTo>
                  <a:pt x="223790" y="223790"/>
                </a:lnTo>
                <a:lnTo>
                  <a:pt x="0" y="223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9" name="Freeform 49"/>
          <p:cNvSpPr/>
          <p:nvPr/>
        </p:nvSpPr>
        <p:spPr>
          <a:xfrm>
            <a:off x="7595073" y="-111895"/>
            <a:ext cx="223790" cy="223790"/>
          </a:xfrm>
          <a:custGeom>
            <a:avLst/>
            <a:gdLst/>
            <a:ahLst/>
            <a:cxnLst/>
            <a:rect l="l" t="t" r="r" b="b"/>
            <a:pathLst>
              <a:path w="223790" h="223790">
                <a:moveTo>
                  <a:pt x="0" y="0"/>
                </a:moveTo>
                <a:lnTo>
                  <a:pt x="223789" y="0"/>
                </a:lnTo>
                <a:lnTo>
                  <a:pt x="223789" y="223790"/>
                </a:lnTo>
                <a:lnTo>
                  <a:pt x="0" y="223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0" name="Freeform 50"/>
          <p:cNvSpPr/>
          <p:nvPr/>
        </p:nvSpPr>
        <p:spPr>
          <a:xfrm>
            <a:off x="8095906" y="5236095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1" name="Freeform 51"/>
          <p:cNvSpPr/>
          <p:nvPr/>
        </p:nvSpPr>
        <p:spPr>
          <a:xfrm>
            <a:off x="16331700" y="5903837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2" name="Freeform 52"/>
          <p:cNvSpPr/>
          <p:nvPr/>
        </p:nvSpPr>
        <p:spPr>
          <a:xfrm>
            <a:off x="5724138" y="9881200"/>
            <a:ext cx="811600" cy="811600"/>
          </a:xfrm>
          <a:custGeom>
            <a:avLst/>
            <a:gdLst/>
            <a:ahLst/>
            <a:cxnLst/>
            <a:rect l="l" t="t" r="r" b="b"/>
            <a:pathLst>
              <a:path w="811600" h="811600">
                <a:moveTo>
                  <a:pt x="0" y="0"/>
                </a:moveTo>
                <a:lnTo>
                  <a:pt x="811600" y="0"/>
                </a:lnTo>
                <a:lnTo>
                  <a:pt x="811600" y="811600"/>
                </a:lnTo>
                <a:lnTo>
                  <a:pt x="0" y="81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" name="Freeform 6"/>
          <p:cNvSpPr/>
          <p:nvPr/>
        </p:nvSpPr>
        <p:spPr>
          <a:xfrm>
            <a:off x="5361721" y="1028700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" name="Freeform 7"/>
          <p:cNvSpPr/>
          <p:nvPr/>
        </p:nvSpPr>
        <p:spPr>
          <a:xfrm>
            <a:off x="16555152" y="6178129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6" y="0"/>
                </a:lnTo>
                <a:lnTo>
                  <a:pt x="1313356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2574000" y="1548185"/>
            <a:ext cx="597518" cy="103605"/>
            <a:chOff x="0" y="0"/>
            <a:chExt cx="812800" cy="140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2" name="Group 12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9" name="Freeform 19"/>
          <p:cNvSpPr/>
          <p:nvPr/>
        </p:nvSpPr>
        <p:spPr>
          <a:xfrm>
            <a:off x="12398091" y="9516282"/>
            <a:ext cx="1934533" cy="1934533"/>
          </a:xfrm>
          <a:custGeom>
            <a:avLst/>
            <a:gdLst/>
            <a:ahLst/>
            <a:cxnLst/>
            <a:rect l="l" t="t" r="r" b="b"/>
            <a:pathLst>
              <a:path w="1934533" h="1934533">
                <a:moveTo>
                  <a:pt x="0" y="0"/>
                </a:moveTo>
                <a:lnTo>
                  <a:pt x="1934533" y="0"/>
                </a:lnTo>
                <a:lnTo>
                  <a:pt x="1934533" y="1934533"/>
                </a:lnTo>
                <a:lnTo>
                  <a:pt x="0" y="193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0" name="Freeform 20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Freeform 22"/>
          <p:cNvSpPr/>
          <p:nvPr/>
        </p:nvSpPr>
        <p:spPr>
          <a:xfrm>
            <a:off x="5361721" y="7735646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5" y="0"/>
                </a:lnTo>
                <a:lnTo>
                  <a:pt x="1313355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3" name="Freeform 23"/>
          <p:cNvSpPr/>
          <p:nvPr/>
        </p:nvSpPr>
        <p:spPr>
          <a:xfrm>
            <a:off x="2747950" y="1716014"/>
            <a:ext cx="12792100" cy="7243527"/>
          </a:xfrm>
          <a:custGeom>
            <a:avLst/>
            <a:gdLst/>
            <a:ahLst/>
            <a:cxnLst/>
            <a:rect l="l" t="t" r="r" b="b"/>
            <a:pathLst>
              <a:path w="12792100" h="7243527">
                <a:moveTo>
                  <a:pt x="0" y="0"/>
                </a:moveTo>
                <a:lnTo>
                  <a:pt x="12792100" y="0"/>
                </a:lnTo>
                <a:lnTo>
                  <a:pt x="12792100" y="7243527"/>
                </a:lnTo>
                <a:lnTo>
                  <a:pt x="0" y="7243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TextBox 24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74000" y="724690"/>
            <a:ext cx="7773253" cy="92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MODUŁ CHATU Z ROWERZYSTĄ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959985" y="2403077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8" name="Freeform 28"/>
          <p:cNvSpPr/>
          <p:nvPr/>
        </p:nvSpPr>
        <p:spPr>
          <a:xfrm>
            <a:off x="686273" y="6178129"/>
            <a:ext cx="984345" cy="984345"/>
          </a:xfrm>
          <a:custGeom>
            <a:avLst/>
            <a:gdLst/>
            <a:ahLst/>
            <a:cxnLst/>
            <a:rect l="l" t="t" r="r" b="b"/>
            <a:pathLst>
              <a:path w="984345" h="984345">
                <a:moveTo>
                  <a:pt x="0" y="0"/>
                </a:moveTo>
                <a:lnTo>
                  <a:pt x="984344" y="0"/>
                </a:lnTo>
                <a:lnTo>
                  <a:pt x="984344" y="984345"/>
                </a:lnTo>
                <a:lnTo>
                  <a:pt x="0" y="984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9" name="Freeform 29"/>
          <p:cNvSpPr/>
          <p:nvPr/>
        </p:nvSpPr>
        <p:spPr>
          <a:xfrm>
            <a:off x="8120236" y="9327721"/>
            <a:ext cx="377122" cy="377122"/>
          </a:xfrm>
          <a:custGeom>
            <a:avLst/>
            <a:gdLst/>
            <a:ahLst/>
            <a:cxnLst/>
            <a:rect l="l" t="t" r="r" b="b"/>
            <a:pathLst>
              <a:path w="377122" h="377122">
                <a:moveTo>
                  <a:pt x="0" y="0"/>
                </a:moveTo>
                <a:lnTo>
                  <a:pt x="377122" y="0"/>
                </a:lnTo>
                <a:lnTo>
                  <a:pt x="377122" y="377122"/>
                </a:lnTo>
                <a:lnTo>
                  <a:pt x="0" y="377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0" name="Freeform 30"/>
          <p:cNvSpPr/>
          <p:nvPr/>
        </p:nvSpPr>
        <p:spPr>
          <a:xfrm>
            <a:off x="14533962" y="-103186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1" name="Freeform 31"/>
          <p:cNvSpPr/>
          <p:nvPr/>
        </p:nvSpPr>
        <p:spPr>
          <a:xfrm>
            <a:off x="13465854" y="849244"/>
            <a:ext cx="866771" cy="866771"/>
          </a:xfrm>
          <a:custGeom>
            <a:avLst/>
            <a:gdLst/>
            <a:ahLst/>
            <a:cxnLst/>
            <a:rect l="l" t="t" r="r" b="b"/>
            <a:pathLst>
              <a:path w="866771" h="866771">
                <a:moveTo>
                  <a:pt x="0" y="0"/>
                </a:moveTo>
                <a:lnTo>
                  <a:pt x="866770" y="0"/>
                </a:lnTo>
                <a:lnTo>
                  <a:pt x="866770" y="866770"/>
                </a:lnTo>
                <a:lnTo>
                  <a:pt x="0" y="866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" name="Freeform 6"/>
          <p:cNvSpPr/>
          <p:nvPr/>
        </p:nvSpPr>
        <p:spPr>
          <a:xfrm>
            <a:off x="6675076" y="747550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" name="Freeform 7"/>
          <p:cNvSpPr/>
          <p:nvPr/>
        </p:nvSpPr>
        <p:spPr>
          <a:xfrm>
            <a:off x="16555152" y="6178129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6" y="0"/>
                </a:lnTo>
                <a:lnTo>
                  <a:pt x="1313356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2574000" y="1548185"/>
            <a:ext cx="597518" cy="103605"/>
            <a:chOff x="0" y="0"/>
            <a:chExt cx="812800" cy="140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2" name="Group 12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9" name="Freeform 19"/>
          <p:cNvSpPr/>
          <p:nvPr/>
        </p:nvSpPr>
        <p:spPr>
          <a:xfrm>
            <a:off x="11873234" y="9516282"/>
            <a:ext cx="1934533" cy="1934533"/>
          </a:xfrm>
          <a:custGeom>
            <a:avLst/>
            <a:gdLst/>
            <a:ahLst/>
            <a:cxnLst/>
            <a:rect l="l" t="t" r="r" b="b"/>
            <a:pathLst>
              <a:path w="1934533" h="1934533">
                <a:moveTo>
                  <a:pt x="0" y="0"/>
                </a:moveTo>
                <a:lnTo>
                  <a:pt x="1934534" y="0"/>
                </a:lnTo>
                <a:lnTo>
                  <a:pt x="1934534" y="1934533"/>
                </a:lnTo>
                <a:lnTo>
                  <a:pt x="0" y="193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0" name="Freeform 20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Freeform 22"/>
          <p:cNvSpPr/>
          <p:nvPr/>
        </p:nvSpPr>
        <p:spPr>
          <a:xfrm>
            <a:off x="5361721" y="7735646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5" y="0"/>
                </a:lnTo>
                <a:lnTo>
                  <a:pt x="1313355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3" name="Freeform 23"/>
          <p:cNvSpPr/>
          <p:nvPr/>
        </p:nvSpPr>
        <p:spPr>
          <a:xfrm>
            <a:off x="2741969" y="1651790"/>
            <a:ext cx="12804063" cy="7218290"/>
          </a:xfrm>
          <a:custGeom>
            <a:avLst/>
            <a:gdLst/>
            <a:ahLst/>
            <a:cxnLst/>
            <a:rect l="l" t="t" r="r" b="b"/>
            <a:pathLst>
              <a:path w="12804063" h="7218290">
                <a:moveTo>
                  <a:pt x="0" y="0"/>
                </a:moveTo>
                <a:lnTo>
                  <a:pt x="12804062" y="0"/>
                </a:lnTo>
                <a:lnTo>
                  <a:pt x="12804062" y="7218291"/>
                </a:lnTo>
                <a:lnTo>
                  <a:pt x="0" y="72182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TextBox 24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74000" y="724690"/>
            <a:ext cx="9448691" cy="92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MODUŁ CHATU Z ROWERZYSTĄ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27" name="Freeform 27"/>
          <p:cNvSpPr/>
          <p:nvPr/>
        </p:nvSpPr>
        <p:spPr>
          <a:xfrm>
            <a:off x="16436012" y="3687382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8" name="Freeform 28"/>
          <p:cNvSpPr/>
          <p:nvPr/>
        </p:nvSpPr>
        <p:spPr>
          <a:xfrm>
            <a:off x="12721360" y="379245"/>
            <a:ext cx="557540" cy="557540"/>
          </a:xfrm>
          <a:custGeom>
            <a:avLst/>
            <a:gdLst/>
            <a:ahLst/>
            <a:cxnLst/>
            <a:rect l="l" t="t" r="r" b="b"/>
            <a:pathLst>
              <a:path w="557540" h="557540">
                <a:moveTo>
                  <a:pt x="0" y="0"/>
                </a:moveTo>
                <a:lnTo>
                  <a:pt x="557541" y="0"/>
                </a:lnTo>
                <a:lnTo>
                  <a:pt x="557541" y="557540"/>
                </a:lnTo>
                <a:lnTo>
                  <a:pt x="0" y="557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9" name="Freeform 29"/>
          <p:cNvSpPr/>
          <p:nvPr/>
        </p:nvSpPr>
        <p:spPr>
          <a:xfrm>
            <a:off x="1726616" y="3806523"/>
            <a:ext cx="962780" cy="962780"/>
          </a:xfrm>
          <a:custGeom>
            <a:avLst/>
            <a:gdLst/>
            <a:ahLst/>
            <a:cxnLst/>
            <a:rect l="l" t="t" r="r" b="b"/>
            <a:pathLst>
              <a:path w="962780" h="962780">
                <a:moveTo>
                  <a:pt x="0" y="0"/>
                </a:moveTo>
                <a:lnTo>
                  <a:pt x="962780" y="0"/>
                </a:lnTo>
                <a:lnTo>
                  <a:pt x="962780" y="962780"/>
                </a:lnTo>
                <a:lnTo>
                  <a:pt x="0" y="96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0" name="Freeform 30"/>
          <p:cNvSpPr/>
          <p:nvPr/>
        </p:nvSpPr>
        <p:spPr>
          <a:xfrm>
            <a:off x="665262" y="6555082"/>
            <a:ext cx="559451" cy="559451"/>
          </a:xfrm>
          <a:custGeom>
            <a:avLst/>
            <a:gdLst/>
            <a:ahLst/>
            <a:cxnLst/>
            <a:rect l="l" t="t" r="r" b="b"/>
            <a:pathLst>
              <a:path w="559451" h="559451">
                <a:moveTo>
                  <a:pt x="0" y="0"/>
                </a:moveTo>
                <a:lnTo>
                  <a:pt x="559450" y="0"/>
                </a:lnTo>
                <a:lnTo>
                  <a:pt x="559450" y="559450"/>
                </a:lnTo>
                <a:lnTo>
                  <a:pt x="0" y="559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1" name="Freeform 31"/>
          <p:cNvSpPr/>
          <p:nvPr/>
        </p:nvSpPr>
        <p:spPr>
          <a:xfrm>
            <a:off x="8682119" y="9516282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" name="Freeform 6"/>
          <p:cNvSpPr/>
          <p:nvPr/>
        </p:nvSpPr>
        <p:spPr>
          <a:xfrm>
            <a:off x="6675076" y="747550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" name="Freeform 7"/>
          <p:cNvSpPr/>
          <p:nvPr/>
        </p:nvSpPr>
        <p:spPr>
          <a:xfrm>
            <a:off x="16524487" y="5723325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6" y="0"/>
                </a:lnTo>
                <a:lnTo>
                  <a:pt x="1313356" y="1313355"/>
                </a:lnTo>
                <a:lnTo>
                  <a:pt x="0" y="1313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2574000" y="1548185"/>
            <a:ext cx="597518" cy="103605"/>
            <a:chOff x="0" y="0"/>
            <a:chExt cx="812800" cy="140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2" name="Group 12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9" name="Freeform 19"/>
          <p:cNvSpPr/>
          <p:nvPr/>
        </p:nvSpPr>
        <p:spPr>
          <a:xfrm>
            <a:off x="11873234" y="9516282"/>
            <a:ext cx="1934533" cy="1934533"/>
          </a:xfrm>
          <a:custGeom>
            <a:avLst/>
            <a:gdLst/>
            <a:ahLst/>
            <a:cxnLst/>
            <a:rect l="l" t="t" r="r" b="b"/>
            <a:pathLst>
              <a:path w="1934533" h="1934533">
                <a:moveTo>
                  <a:pt x="0" y="0"/>
                </a:moveTo>
                <a:lnTo>
                  <a:pt x="1934534" y="0"/>
                </a:lnTo>
                <a:lnTo>
                  <a:pt x="1934534" y="1934533"/>
                </a:lnTo>
                <a:lnTo>
                  <a:pt x="0" y="193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0" name="Freeform 20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Freeform 22"/>
          <p:cNvSpPr/>
          <p:nvPr/>
        </p:nvSpPr>
        <p:spPr>
          <a:xfrm>
            <a:off x="5361721" y="7735646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5" y="0"/>
                </a:lnTo>
                <a:lnTo>
                  <a:pt x="1313355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3" name="Freeform 23"/>
          <p:cNvSpPr/>
          <p:nvPr/>
        </p:nvSpPr>
        <p:spPr>
          <a:xfrm>
            <a:off x="1345955" y="1718839"/>
            <a:ext cx="15596090" cy="7330162"/>
          </a:xfrm>
          <a:custGeom>
            <a:avLst/>
            <a:gdLst/>
            <a:ahLst/>
            <a:cxnLst/>
            <a:rect l="l" t="t" r="r" b="b"/>
            <a:pathLst>
              <a:path w="15596090" h="7330162">
                <a:moveTo>
                  <a:pt x="0" y="0"/>
                </a:moveTo>
                <a:lnTo>
                  <a:pt x="15596090" y="0"/>
                </a:lnTo>
                <a:lnTo>
                  <a:pt x="15596090" y="7330163"/>
                </a:lnTo>
                <a:lnTo>
                  <a:pt x="0" y="7330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TextBox 24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74000" y="724690"/>
            <a:ext cx="9299234" cy="92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MODUŁ ANALITYCZNY DLA NADZORCY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27" name="Freeform 27"/>
          <p:cNvSpPr/>
          <p:nvPr/>
        </p:nvSpPr>
        <p:spPr>
          <a:xfrm>
            <a:off x="17837843" y="3531512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0" y="0"/>
                </a:lnTo>
                <a:lnTo>
                  <a:pt x="238280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8" name="Freeform 28"/>
          <p:cNvSpPr/>
          <p:nvPr/>
        </p:nvSpPr>
        <p:spPr>
          <a:xfrm>
            <a:off x="126392" y="5723325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" name="Freeform 6"/>
          <p:cNvSpPr/>
          <p:nvPr/>
        </p:nvSpPr>
        <p:spPr>
          <a:xfrm>
            <a:off x="6675076" y="1337599"/>
            <a:ext cx="2468924" cy="2468924"/>
          </a:xfrm>
          <a:custGeom>
            <a:avLst/>
            <a:gdLst/>
            <a:ahLst/>
            <a:cxnLst/>
            <a:rect l="l" t="t" r="r" b="b"/>
            <a:pathLst>
              <a:path w="2468924" h="2468924">
                <a:moveTo>
                  <a:pt x="0" y="0"/>
                </a:moveTo>
                <a:lnTo>
                  <a:pt x="2468924" y="0"/>
                </a:lnTo>
                <a:lnTo>
                  <a:pt x="2468924" y="2468924"/>
                </a:lnTo>
                <a:lnTo>
                  <a:pt x="0" y="2468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" name="Freeform 7"/>
          <p:cNvSpPr/>
          <p:nvPr/>
        </p:nvSpPr>
        <p:spPr>
          <a:xfrm>
            <a:off x="16555152" y="6178129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6" y="0"/>
                </a:lnTo>
                <a:lnTo>
                  <a:pt x="1313356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2574000" y="1548185"/>
            <a:ext cx="597518" cy="103605"/>
            <a:chOff x="0" y="0"/>
            <a:chExt cx="812800" cy="140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2" name="Group 12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9" name="Freeform 19"/>
          <p:cNvSpPr/>
          <p:nvPr/>
        </p:nvSpPr>
        <p:spPr>
          <a:xfrm>
            <a:off x="11873234" y="9516282"/>
            <a:ext cx="1934533" cy="1934533"/>
          </a:xfrm>
          <a:custGeom>
            <a:avLst/>
            <a:gdLst/>
            <a:ahLst/>
            <a:cxnLst/>
            <a:rect l="l" t="t" r="r" b="b"/>
            <a:pathLst>
              <a:path w="1934533" h="1934533">
                <a:moveTo>
                  <a:pt x="0" y="0"/>
                </a:moveTo>
                <a:lnTo>
                  <a:pt x="1934534" y="0"/>
                </a:lnTo>
                <a:lnTo>
                  <a:pt x="1934534" y="1934533"/>
                </a:lnTo>
                <a:lnTo>
                  <a:pt x="0" y="1934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0" name="Freeform 20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Freeform 22"/>
          <p:cNvSpPr/>
          <p:nvPr/>
        </p:nvSpPr>
        <p:spPr>
          <a:xfrm>
            <a:off x="5361721" y="7735646"/>
            <a:ext cx="1313355" cy="1313355"/>
          </a:xfrm>
          <a:custGeom>
            <a:avLst/>
            <a:gdLst/>
            <a:ahLst/>
            <a:cxnLst/>
            <a:rect l="l" t="t" r="r" b="b"/>
            <a:pathLst>
              <a:path w="1313355" h="1313355">
                <a:moveTo>
                  <a:pt x="0" y="0"/>
                </a:moveTo>
                <a:lnTo>
                  <a:pt x="1313355" y="0"/>
                </a:lnTo>
                <a:lnTo>
                  <a:pt x="1313355" y="1313356"/>
                </a:lnTo>
                <a:lnTo>
                  <a:pt x="0" y="1313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3" name="Freeform 23"/>
          <p:cNvSpPr/>
          <p:nvPr/>
        </p:nvSpPr>
        <p:spPr>
          <a:xfrm>
            <a:off x="1645407" y="1772812"/>
            <a:ext cx="14997187" cy="7929762"/>
          </a:xfrm>
          <a:custGeom>
            <a:avLst/>
            <a:gdLst/>
            <a:ahLst/>
            <a:cxnLst/>
            <a:rect l="l" t="t" r="r" b="b"/>
            <a:pathLst>
              <a:path w="14997187" h="7929762">
                <a:moveTo>
                  <a:pt x="0" y="0"/>
                </a:moveTo>
                <a:lnTo>
                  <a:pt x="14997186" y="0"/>
                </a:lnTo>
                <a:lnTo>
                  <a:pt x="14997186" y="7929763"/>
                </a:lnTo>
                <a:lnTo>
                  <a:pt x="0" y="7929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TextBox 24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74000" y="724690"/>
            <a:ext cx="9299234" cy="92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MODUŁ ANALITYCZNY DLA NADZORCY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481419" y="891507"/>
            <a:ext cx="656678" cy="656678"/>
          </a:xfrm>
          <a:custGeom>
            <a:avLst/>
            <a:gdLst/>
            <a:ahLst/>
            <a:cxnLst/>
            <a:rect l="l" t="t" r="r" b="b"/>
            <a:pathLst>
              <a:path w="656678" h="656678">
                <a:moveTo>
                  <a:pt x="0" y="0"/>
                </a:moveTo>
                <a:lnTo>
                  <a:pt x="656678" y="0"/>
                </a:lnTo>
                <a:lnTo>
                  <a:pt x="656678" y="656678"/>
                </a:lnTo>
                <a:lnTo>
                  <a:pt x="0" y="65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8" name="Freeform 28"/>
          <p:cNvSpPr/>
          <p:nvPr/>
        </p:nvSpPr>
        <p:spPr>
          <a:xfrm>
            <a:off x="1028700" y="3991759"/>
            <a:ext cx="656678" cy="656678"/>
          </a:xfrm>
          <a:custGeom>
            <a:avLst/>
            <a:gdLst/>
            <a:ahLst/>
            <a:cxnLst/>
            <a:rect l="l" t="t" r="r" b="b"/>
            <a:pathLst>
              <a:path w="656678" h="656678">
                <a:moveTo>
                  <a:pt x="0" y="0"/>
                </a:moveTo>
                <a:lnTo>
                  <a:pt x="656678" y="0"/>
                </a:lnTo>
                <a:lnTo>
                  <a:pt x="656678" y="656677"/>
                </a:lnTo>
                <a:lnTo>
                  <a:pt x="0" y="65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9" name="Freeform 29"/>
          <p:cNvSpPr/>
          <p:nvPr/>
        </p:nvSpPr>
        <p:spPr>
          <a:xfrm>
            <a:off x="1969128" y="8392324"/>
            <a:ext cx="477757" cy="477757"/>
          </a:xfrm>
          <a:custGeom>
            <a:avLst/>
            <a:gdLst/>
            <a:ahLst/>
            <a:cxnLst/>
            <a:rect l="l" t="t" r="r" b="b"/>
            <a:pathLst>
              <a:path w="477757" h="477757">
                <a:moveTo>
                  <a:pt x="0" y="0"/>
                </a:moveTo>
                <a:lnTo>
                  <a:pt x="477757" y="0"/>
                </a:lnTo>
                <a:lnTo>
                  <a:pt x="477757" y="477757"/>
                </a:lnTo>
                <a:lnTo>
                  <a:pt x="0" y="477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0" name="Freeform 30"/>
          <p:cNvSpPr/>
          <p:nvPr/>
        </p:nvSpPr>
        <p:spPr>
          <a:xfrm>
            <a:off x="18049719" y="3193501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1" name="Freeform 31"/>
          <p:cNvSpPr/>
          <p:nvPr/>
        </p:nvSpPr>
        <p:spPr>
          <a:xfrm>
            <a:off x="364673" y="6715667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7" name="Group 7"/>
          <p:cNvGrpSpPr/>
          <p:nvPr/>
        </p:nvGrpSpPr>
        <p:grpSpPr>
          <a:xfrm>
            <a:off x="3326467" y="3777899"/>
            <a:ext cx="3049503" cy="2835012"/>
            <a:chOff x="0" y="0"/>
            <a:chExt cx="7500812" cy="69732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00812" cy="6973231"/>
            </a:xfrm>
            <a:custGeom>
              <a:avLst/>
              <a:gdLst/>
              <a:ahLst/>
              <a:cxnLst/>
              <a:rect l="l" t="t" r="r" b="b"/>
              <a:pathLst>
                <a:path w="7500812" h="6973231">
                  <a:moveTo>
                    <a:pt x="0" y="2355557"/>
                  </a:moveTo>
                  <a:lnTo>
                    <a:pt x="5077713" y="0"/>
                  </a:lnTo>
                  <a:lnTo>
                    <a:pt x="7500812" y="1468563"/>
                  </a:lnTo>
                  <a:lnTo>
                    <a:pt x="7500812" y="6973231"/>
                  </a:lnTo>
                  <a:lnTo>
                    <a:pt x="0" y="6973231"/>
                  </a:lnTo>
                  <a:close/>
                </a:path>
              </a:pathLst>
            </a:custGeom>
            <a:blipFill>
              <a:blip r:embed="rId3"/>
              <a:stretch>
                <a:fillRect t="-31954" b="-31954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19248" y="3777899"/>
            <a:ext cx="3049503" cy="2835012"/>
            <a:chOff x="0" y="0"/>
            <a:chExt cx="7500812" cy="69732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500812" cy="6973231"/>
            </a:xfrm>
            <a:custGeom>
              <a:avLst/>
              <a:gdLst/>
              <a:ahLst/>
              <a:cxnLst/>
              <a:rect l="l" t="t" r="r" b="b"/>
              <a:pathLst>
                <a:path w="7500812" h="6973231">
                  <a:moveTo>
                    <a:pt x="0" y="2355557"/>
                  </a:moveTo>
                  <a:lnTo>
                    <a:pt x="5077713" y="0"/>
                  </a:lnTo>
                  <a:lnTo>
                    <a:pt x="7500812" y="1468563"/>
                  </a:lnTo>
                  <a:lnTo>
                    <a:pt x="7500812" y="6973231"/>
                  </a:lnTo>
                  <a:lnTo>
                    <a:pt x="0" y="6973231"/>
                  </a:lnTo>
                  <a:close/>
                </a:path>
              </a:pathLst>
            </a:custGeom>
            <a:blipFill>
              <a:blip r:embed="rId4"/>
              <a:stretch>
                <a:fillRect t="-314" r="-87102" b="-314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12030" y="3777899"/>
            <a:ext cx="3049503" cy="2835012"/>
            <a:chOff x="0" y="0"/>
            <a:chExt cx="7500812" cy="69732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00812" cy="6973231"/>
            </a:xfrm>
            <a:custGeom>
              <a:avLst/>
              <a:gdLst/>
              <a:ahLst/>
              <a:cxnLst/>
              <a:rect l="l" t="t" r="r" b="b"/>
              <a:pathLst>
                <a:path w="7500812" h="6973231">
                  <a:moveTo>
                    <a:pt x="0" y="2355557"/>
                  </a:moveTo>
                  <a:lnTo>
                    <a:pt x="5077713" y="0"/>
                  </a:lnTo>
                  <a:lnTo>
                    <a:pt x="7500812" y="1468563"/>
                  </a:lnTo>
                  <a:lnTo>
                    <a:pt x="7500812" y="6973231"/>
                  </a:lnTo>
                  <a:lnTo>
                    <a:pt x="0" y="6973231"/>
                  </a:lnTo>
                  <a:close/>
                </a:path>
              </a:pathLst>
            </a:custGeom>
            <a:blipFill>
              <a:blip r:embed="rId5"/>
              <a:stretch>
                <a:fillRect t="-111149" r="-354183" b="-33123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3" name="Freeform 13"/>
          <p:cNvSpPr/>
          <p:nvPr/>
        </p:nvSpPr>
        <p:spPr>
          <a:xfrm>
            <a:off x="3145690" y="715793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4" name="Freeform 14"/>
          <p:cNvSpPr/>
          <p:nvPr/>
        </p:nvSpPr>
        <p:spPr>
          <a:xfrm>
            <a:off x="10346097" y="9644009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5" name="Freeform 15"/>
          <p:cNvSpPr/>
          <p:nvPr/>
        </p:nvSpPr>
        <p:spPr>
          <a:xfrm>
            <a:off x="15693367" y="1988200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6" name="Group 16"/>
          <p:cNvGrpSpPr/>
          <p:nvPr/>
        </p:nvGrpSpPr>
        <p:grpSpPr>
          <a:xfrm>
            <a:off x="5649306" y="1762952"/>
            <a:ext cx="597518" cy="103605"/>
            <a:chOff x="0" y="0"/>
            <a:chExt cx="812800" cy="1409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20" name="Group 20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6" name="Freeform 26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7" name="Freeform 27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8" name="TextBox 28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26467" y="7168143"/>
            <a:ext cx="3049503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Prostsze planowanie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90721" y="7168143"/>
            <a:ext cx="3509815" cy="1780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Trasy dopasowane do preferencji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19711" y="7168143"/>
            <a:ext cx="3049503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Naturalny język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9306" y="1933232"/>
            <a:ext cx="6989388" cy="92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BENEFITY DLA ROWERZYSTY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6590" y="4531377"/>
            <a:ext cx="664027" cy="664027"/>
          </a:xfrm>
          <a:custGeom>
            <a:avLst/>
            <a:gdLst/>
            <a:ahLst/>
            <a:cxnLst/>
            <a:rect l="l" t="t" r="r" b="b"/>
            <a:pathLst>
              <a:path w="664027" h="664027">
                <a:moveTo>
                  <a:pt x="0" y="0"/>
                </a:moveTo>
                <a:lnTo>
                  <a:pt x="664027" y="0"/>
                </a:lnTo>
                <a:lnTo>
                  <a:pt x="664027" y="664027"/>
                </a:lnTo>
                <a:lnTo>
                  <a:pt x="0" y="664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5" name="Freeform 35"/>
          <p:cNvSpPr/>
          <p:nvPr/>
        </p:nvSpPr>
        <p:spPr>
          <a:xfrm>
            <a:off x="7287235" y="3222119"/>
            <a:ext cx="664027" cy="664027"/>
          </a:xfrm>
          <a:custGeom>
            <a:avLst/>
            <a:gdLst/>
            <a:ahLst/>
            <a:cxnLst/>
            <a:rect l="l" t="t" r="r" b="b"/>
            <a:pathLst>
              <a:path w="664027" h="664027">
                <a:moveTo>
                  <a:pt x="0" y="0"/>
                </a:moveTo>
                <a:lnTo>
                  <a:pt x="664027" y="0"/>
                </a:lnTo>
                <a:lnTo>
                  <a:pt x="664027" y="664028"/>
                </a:lnTo>
                <a:lnTo>
                  <a:pt x="0" y="66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6" name="Freeform 36"/>
          <p:cNvSpPr/>
          <p:nvPr/>
        </p:nvSpPr>
        <p:spPr>
          <a:xfrm>
            <a:off x="15988389" y="6612910"/>
            <a:ext cx="664027" cy="664027"/>
          </a:xfrm>
          <a:custGeom>
            <a:avLst/>
            <a:gdLst/>
            <a:ahLst/>
            <a:cxnLst/>
            <a:rect l="l" t="t" r="r" b="b"/>
            <a:pathLst>
              <a:path w="664027" h="664027">
                <a:moveTo>
                  <a:pt x="0" y="0"/>
                </a:moveTo>
                <a:lnTo>
                  <a:pt x="664028" y="0"/>
                </a:lnTo>
                <a:lnTo>
                  <a:pt x="664028" y="664028"/>
                </a:lnTo>
                <a:lnTo>
                  <a:pt x="0" y="66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7" name="Freeform 37"/>
          <p:cNvSpPr/>
          <p:nvPr/>
        </p:nvSpPr>
        <p:spPr>
          <a:xfrm>
            <a:off x="12472839" y="-336063"/>
            <a:ext cx="664027" cy="664027"/>
          </a:xfrm>
          <a:custGeom>
            <a:avLst/>
            <a:gdLst/>
            <a:ahLst/>
            <a:cxnLst/>
            <a:rect l="l" t="t" r="r" b="b"/>
            <a:pathLst>
              <a:path w="664027" h="664027">
                <a:moveTo>
                  <a:pt x="0" y="0"/>
                </a:moveTo>
                <a:lnTo>
                  <a:pt x="664027" y="0"/>
                </a:lnTo>
                <a:lnTo>
                  <a:pt x="664027" y="664027"/>
                </a:lnTo>
                <a:lnTo>
                  <a:pt x="0" y="664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8" name="Freeform 38"/>
          <p:cNvSpPr/>
          <p:nvPr/>
        </p:nvSpPr>
        <p:spPr>
          <a:xfrm>
            <a:off x="14221473" y="936785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9" name="Freeform 39"/>
          <p:cNvSpPr/>
          <p:nvPr/>
        </p:nvSpPr>
        <p:spPr>
          <a:xfrm>
            <a:off x="5249099" y="9258300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7" name="Freeform 7"/>
          <p:cNvSpPr/>
          <p:nvPr/>
        </p:nvSpPr>
        <p:spPr>
          <a:xfrm>
            <a:off x="3145690" y="715793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8" name="Freeform 8"/>
          <p:cNvSpPr/>
          <p:nvPr/>
        </p:nvSpPr>
        <p:spPr>
          <a:xfrm>
            <a:off x="6473087" y="9694495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4"/>
                </a:lnTo>
                <a:lnTo>
                  <a:pt x="0" y="1565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9" name="Freeform 9"/>
          <p:cNvSpPr/>
          <p:nvPr/>
        </p:nvSpPr>
        <p:spPr>
          <a:xfrm>
            <a:off x="16008827" y="2233572"/>
            <a:ext cx="1250473" cy="1250473"/>
          </a:xfrm>
          <a:custGeom>
            <a:avLst/>
            <a:gdLst/>
            <a:ahLst/>
            <a:cxnLst/>
            <a:rect l="l" t="t" r="r" b="b"/>
            <a:pathLst>
              <a:path w="1250473" h="1250473">
                <a:moveTo>
                  <a:pt x="0" y="0"/>
                </a:moveTo>
                <a:lnTo>
                  <a:pt x="1250473" y="0"/>
                </a:lnTo>
                <a:lnTo>
                  <a:pt x="1250473" y="1250473"/>
                </a:lnTo>
                <a:lnTo>
                  <a:pt x="0" y="1250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0" name="Group 10"/>
          <p:cNvGrpSpPr/>
          <p:nvPr/>
        </p:nvGrpSpPr>
        <p:grpSpPr>
          <a:xfrm>
            <a:off x="11725940" y="1762952"/>
            <a:ext cx="597518" cy="103605"/>
            <a:chOff x="0" y="0"/>
            <a:chExt cx="812800" cy="1409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4" name="Group 14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0" name="Freeform 20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Freeform 22"/>
          <p:cNvSpPr/>
          <p:nvPr/>
        </p:nvSpPr>
        <p:spPr>
          <a:xfrm>
            <a:off x="1006590" y="4531377"/>
            <a:ext cx="664027" cy="664027"/>
          </a:xfrm>
          <a:custGeom>
            <a:avLst/>
            <a:gdLst/>
            <a:ahLst/>
            <a:cxnLst/>
            <a:rect l="l" t="t" r="r" b="b"/>
            <a:pathLst>
              <a:path w="664027" h="664027">
                <a:moveTo>
                  <a:pt x="0" y="0"/>
                </a:moveTo>
                <a:lnTo>
                  <a:pt x="664027" y="0"/>
                </a:lnTo>
                <a:lnTo>
                  <a:pt x="664027" y="664027"/>
                </a:lnTo>
                <a:lnTo>
                  <a:pt x="0" y="664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3" name="Freeform 23"/>
          <p:cNvSpPr/>
          <p:nvPr/>
        </p:nvSpPr>
        <p:spPr>
          <a:xfrm>
            <a:off x="8344371" y="7322770"/>
            <a:ext cx="664027" cy="664027"/>
          </a:xfrm>
          <a:custGeom>
            <a:avLst/>
            <a:gdLst/>
            <a:ahLst/>
            <a:cxnLst/>
            <a:rect l="l" t="t" r="r" b="b"/>
            <a:pathLst>
              <a:path w="664027" h="664027">
                <a:moveTo>
                  <a:pt x="0" y="0"/>
                </a:moveTo>
                <a:lnTo>
                  <a:pt x="664028" y="0"/>
                </a:lnTo>
                <a:lnTo>
                  <a:pt x="664028" y="664027"/>
                </a:lnTo>
                <a:lnTo>
                  <a:pt x="0" y="664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Freeform 24"/>
          <p:cNvSpPr/>
          <p:nvPr/>
        </p:nvSpPr>
        <p:spPr>
          <a:xfrm>
            <a:off x="12472839" y="-336063"/>
            <a:ext cx="664027" cy="664027"/>
          </a:xfrm>
          <a:custGeom>
            <a:avLst/>
            <a:gdLst/>
            <a:ahLst/>
            <a:cxnLst/>
            <a:rect l="l" t="t" r="r" b="b"/>
            <a:pathLst>
              <a:path w="664027" h="664027">
                <a:moveTo>
                  <a:pt x="0" y="0"/>
                </a:moveTo>
                <a:lnTo>
                  <a:pt x="664027" y="0"/>
                </a:lnTo>
                <a:lnTo>
                  <a:pt x="664027" y="664027"/>
                </a:lnTo>
                <a:lnTo>
                  <a:pt x="0" y="664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5" name="Freeform 25"/>
          <p:cNvSpPr/>
          <p:nvPr/>
        </p:nvSpPr>
        <p:spPr>
          <a:xfrm>
            <a:off x="10382721" y="3677958"/>
            <a:ext cx="6464028" cy="6326668"/>
          </a:xfrm>
          <a:custGeom>
            <a:avLst/>
            <a:gdLst/>
            <a:ahLst/>
            <a:cxnLst/>
            <a:rect l="l" t="t" r="r" b="b"/>
            <a:pathLst>
              <a:path w="6464028" h="6326668">
                <a:moveTo>
                  <a:pt x="0" y="0"/>
                </a:moveTo>
                <a:lnTo>
                  <a:pt x="6464029" y="0"/>
                </a:lnTo>
                <a:lnTo>
                  <a:pt x="6464029" y="6326668"/>
                </a:lnTo>
                <a:lnTo>
                  <a:pt x="0" y="632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6" name="TextBox 26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31259" y="4181422"/>
            <a:ext cx="4836341" cy="580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0" lvl="1" indent="-367025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Obserwacja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popytu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586716" y="5161863"/>
            <a:ext cx="5757656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0" lvl="1" indent="-367025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Wsparcie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priorytetyzacji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inwestycji</a:t>
            </a:r>
            <a:endParaRPr lang="en-US" sz="33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631259" y="6742379"/>
            <a:ext cx="4400692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0" lvl="1" indent="-367025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Identyfikacja luk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49306" y="1933232"/>
            <a:ext cx="6989388" cy="92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BENEFITY DLA NADZORCY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548922" y="1260479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3" name="Freeform 33"/>
          <p:cNvSpPr/>
          <p:nvPr/>
        </p:nvSpPr>
        <p:spPr>
          <a:xfrm>
            <a:off x="5530166" y="9020019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47592" y="658015"/>
            <a:ext cx="7840408" cy="8884233"/>
            <a:chOff x="0" y="0"/>
            <a:chExt cx="5523230" cy="6258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23230" cy="6258560"/>
            </a:xfrm>
            <a:custGeom>
              <a:avLst/>
              <a:gdLst/>
              <a:ahLst/>
              <a:cxnLst/>
              <a:rect l="l" t="t" r="r" b="b"/>
              <a:pathLst>
                <a:path w="5523230" h="6258560">
                  <a:moveTo>
                    <a:pt x="0" y="0"/>
                  </a:moveTo>
                  <a:lnTo>
                    <a:pt x="2393950" y="273050"/>
                  </a:lnTo>
                  <a:lnTo>
                    <a:pt x="5335270" y="4263390"/>
                  </a:lnTo>
                  <a:lnTo>
                    <a:pt x="5523230" y="6258560"/>
                  </a:lnTo>
                  <a:lnTo>
                    <a:pt x="1343660" y="6090920"/>
                  </a:lnTo>
                  <a:close/>
                </a:path>
              </a:pathLst>
            </a:custGeom>
            <a:blipFill>
              <a:blip r:embed="rId2"/>
              <a:stretch>
                <a:fillRect t="-1684" b="-1684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" name="Freeform 4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5" name="Group 5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44987" y="7273904"/>
            <a:ext cx="2283359" cy="2283359"/>
          </a:xfrm>
          <a:custGeom>
            <a:avLst/>
            <a:gdLst/>
            <a:ahLst/>
            <a:cxnLst/>
            <a:rect l="l" t="t" r="r" b="b"/>
            <a:pathLst>
              <a:path w="2283359" h="2283359">
                <a:moveTo>
                  <a:pt x="0" y="0"/>
                </a:moveTo>
                <a:lnTo>
                  <a:pt x="2283359" y="0"/>
                </a:lnTo>
                <a:lnTo>
                  <a:pt x="2283359" y="2283358"/>
                </a:lnTo>
                <a:lnTo>
                  <a:pt x="0" y="2283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9" name="Freeform 9"/>
          <p:cNvSpPr/>
          <p:nvPr/>
        </p:nvSpPr>
        <p:spPr>
          <a:xfrm>
            <a:off x="9814926" y="-124951"/>
            <a:ext cx="1565933" cy="1565933"/>
          </a:xfrm>
          <a:custGeom>
            <a:avLst/>
            <a:gdLst/>
            <a:ahLst/>
            <a:cxnLst/>
            <a:rect l="l" t="t" r="r" b="b"/>
            <a:pathLst>
              <a:path w="1565933" h="1565933">
                <a:moveTo>
                  <a:pt x="0" y="0"/>
                </a:moveTo>
                <a:lnTo>
                  <a:pt x="1565933" y="0"/>
                </a:lnTo>
                <a:lnTo>
                  <a:pt x="1565933" y="1565933"/>
                </a:lnTo>
                <a:lnTo>
                  <a:pt x="0" y="156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10" name="Group 10"/>
          <p:cNvGrpSpPr/>
          <p:nvPr/>
        </p:nvGrpSpPr>
        <p:grpSpPr>
          <a:xfrm>
            <a:off x="2179710" y="2593976"/>
            <a:ext cx="597518" cy="103605"/>
            <a:chOff x="0" y="0"/>
            <a:chExt cx="812800" cy="1409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0934"/>
            </a:xfrm>
            <a:custGeom>
              <a:avLst/>
              <a:gdLst/>
              <a:ahLst/>
              <a:cxnLst/>
              <a:rect l="l" t="t" r="r" b="b"/>
              <a:pathLst>
                <a:path w="812800" h="140934">
                  <a:moveTo>
                    <a:pt x="0" y="0"/>
                  </a:moveTo>
                  <a:lnTo>
                    <a:pt x="812800" y="0"/>
                  </a:lnTo>
                  <a:lnTo>
                    <a:pt x="812800" y="140934"/>
                  </a:lnTo>
                  <a:lnTo>
                    <a:pt x="0" y="140934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790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4" name="Group 14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3228346" y="5161900"/>
            <a:ext cx="319436" cy="319436"/>
            <a:chOff x="0" y="0"/>
            <a:chExt cx="660400" cy="660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00A33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79710" y="2764256"/>
            <a:ext cx="6370526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4"/>
              </a:lnSpc>
            </a:pPr>
            <a:r>
              <a:rPr lang="en-US" sz="64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POTENCJALNY ROZWÓJ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33718" y="5123800"/>
            <a:ext cx="3926818" cy="35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4"/>
              </a:lnSpc>
              <a:spcBef>
                <a:spcPct val="0"/>
              </a:spcBef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ROUTING WIELOPUNKTOWY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33718" y="5868588"/>
            <a:ext cx="319436" cy="319436"/>
            <a:chOff x="0" y="0"/>
            <a:chExt cx="660400" cy="660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00A33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439091" y="5830488"/>
            <a:ext cx="3926818" cy="35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4"/>
              </a:lnSpc>
              <a:spcBef>
                <a:spcPct val="0"/>
              </a:spcBef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DASHBOARD REKOMENDACJI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439091" y="6575276"/>
            <a:ext cx="319436" cy="319436"/>
            <a:chOff x="0" y="0"/>
            <a:chExt cx="660400" cy="660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00A33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044463" y="6537176"/>
            <a:ext cx="3926818" cy="35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4"/>
              </a:lnSpc>
              <a:spcBef>
                <a:spcPct val="0"/>
              </a:spcBef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INTEGRACJA DANYCH LIVE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044463" y="7281964"/>
            <a:ext cx="319436" cy="319436"/>
            <a:chOff x="0" y="0"/>
            <a:chExt cx="660400" cy="660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00A33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649835" y="7243864"/>
            <a:ext cx="4600628" cy="35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4"/>
              </a:lnSpc>
              <a:spcBef>
                <a:spcPct val="0"/>
              </a:spcBef>
            </a:pPr>
            <a:r>
              <a:rPr lang="en-US" sz="209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DOKUMENTACJA INWESTYCYJNA</a:t>
            </a:r>
          </a:p>
        </p:txBody>
      </p:sp>
      <p:sp>
        <p:nvSpPr>
          <p:cNvPr id="39" name="Freeform 39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0" name="Freeform 40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1" name="Freeform 41"/>
          <p:cNvSpPr/>
          <p:nvPr/>
        </p:nvSpPr>
        <p:spPr>
          <a:xfrm>
            <a:off x="8633114" y="4423798"/>
            <a:ext cx="676334" cy="676334"/>
          </a:xfrm>
          <a:custGeom>
            <a:avLst/>
            <a:gdLst/>
            <a:ahLst/>
            <a:cxnLst/>
            <a:rect l="l" t="t" r="r" b="b"/>
            <a:pathLst>
              <a:path w="676334" h="676334">
                <a:moveTo>
                  <a:pt x="0" y="0"/>
                </a:moveTo>
                <a:lnTo>
                  <a:pt x="676334" y="0"/>
                </a:lnTo>
                <a:lnTo>
                  <a:pt x="676334" y="676334"/>
                </a:lnTo>
                <a:lnTo>
                  <a:pt x="0" y="676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2" name="Freeform 42"/>
          <p:cNvSpPr/>
          <p:nvPr/>
        </p:nvSpPr>
        <p:spPr>
          <a:xfrm>
            <a:off x="3413911" y="1192039"/>
            <a:ext cx="497885" cy="497885"/>
          </a:xfrm>
          <a:custGeom>
            <a:avLst/>
            <a:gdLst/>
            <a:ahLst/>
            <a:cxnLst/>
            <a:rect l="l" t="t" r="r" b="b"/>
            <a:pathLst>
              <a:path w="497885" h="497885">
                <a:moveTo>
                  <a:pt x="0" y="0"/>
                </a:moveTo>
                <a:lnTo>
                  <a:pt x="497885" y="0"/>
                </a:lnTo>
                <a:lnTo>
                  <a:pt x="497885" y="497885"/>
                </a:lnTo>
                <a:lnTo>
                  <a:pt x="0" y="497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3" name="Freeform 43"/>
          <p:cNvSpPr/>
          <p:nvPr/>
        </p:nvSpPr>
        <p:spPr>
          <a:xfrm>
            <a:off x="9476759" y="9948833"/>
            <a:ext cx="676334" cy="676334"/>
          </a:xfrm>
          <a:custGeom>
            <a:avLst/>
            <a:gdLst/>
            <a:ahLst/>
            <a:cxnLst/>
            <a:rect l="l" t="t" r="r" b="b"/>
            <a:pathLst>
              <a:path w="676334" h="676334">
                <a:moveTo>
                  <a:pt x="0" y="0"/>
                </a:moveTo>
                <a:lnTo>
                  <a:pt x="676334" y="0"/>
                </a:lnTo>
                <a:lnTo>
                  <a:pt x="676334" y="676334"/>
                </a:lnTo>
                <a:lnTo>
                  <a:pt x="0" y="6763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4" name="Freeform 44"/>
          <p:cNvSpPr/>
          <p:nvPr/>
        </p:nvSpPr>
        <p:spPr>
          <a:xfrm>
            <a:off x="16047769" y="1995600"/>
            <a:ext cx="497885" cy="497885"/>
          </a:xfrm>
          <a:custGeom>
            <a:avLst/>
            <a:gdLst/>
            <a:ahLst/>
            <a:cxnLst/>
            <a:rect l="l" t="t" r="r" b="b"/>
            <a:pathLst>
              <a:path w="497885" h="497885">
                <a:moveTo>
                  <a:pt x="0" y="0"/>
                </a:moveTo>
                <a:lnTo>
                  <a:pt x="497885" y="0"/>
                </a:lnTo>
                <a:lnTo>
                  <a:pt x="497885" y="497885"/>
                </a:lnTo>
                <a:lnTo>
                  <a:pt x="0" y="497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5" name="Freeform 45"/>
          <p:cNvSpPr/>
          <p:nvPr/>
        </p:nvSpPr>
        <p:spPr>
          <a:xfrm>
            <a:off x="-311661" y="5831407"/>
            <a:ext cx="550243" cy="550243"/>
          </a:xfrm>
          <a:custGeom>
            <a:avLst/>
            <a:gdLst/>
            <a:ahLst/>
            <a:cxnLst/>
            <a:rect l="l" t="t" r="r" b="b"/>
            <a:pathLst>
              <a:path w="550243" h="550243">
                <a:moveTo>
                  <a:pt x="0" y="0"/>
                </a:moveTo>
                <a:lnTo>
                  <a:pt x="550243" y="0"/>
                </a:lnTo>
                <a:lnTo>
                  <a:pt x="550243" y="550243"/>
                </a:lnTo>
                <a:lnTo>
                  <a:pt x="0" y="55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6" name="Freeform 46"/>
          <p:cNvSpPr/>
          <p:nvPr/>
        </p:nvSpPr>
        <p:spPr>
          <a:xfrm>
            <a:off x="8246768" y="8415583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7" name="Freeform 47"/>
          <p:cNvSpPr/>
          <p:nvPr/>
        </p:nvSpPr>
        <p:spPr>
          <a:xfrm>
            <a:off x="790419" y="3806523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65358" y="-3350441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17690482" y="8660782"/>
            <a:ext cx="597518" cy="59751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1">
              <a:gsLst>
                <a:gs pos="0">
                  <a:srgbClr val="006B33">
                    <a:alpha val="100000"/>
                  </a:srgbClr>
                </a:gs>
                <a:gs pos="100000">
                  <a:srgbClr val="00A33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857396" y="8851031"/>
            <a:ext cx="26368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id="7" name="Freeform 7"/>
          <p:cNvSpPr/>
          <p:nvPr/>
        </p:nvSpPr>
        <p:spPr>
          <a:xfrm>
            <a:off x="-1907864" y="6708518"/>
            <a:ext cx="7156964" cy="7156964"/>
          </a:xfrm>
          <a:custGeom>
            <a:avLst/>
            <a:gdLst/>
            <a:ahLst/>
            <a:cxnLst/>
            <a:rect l="l" t="t" r="r" b="b"/>
            <a:pathLst>
              <a:path w="7156964" h="7156964">
                <a:moveTo>
                  <a:pt x="0" y="0"/>
                </a:moveTo>
                <a:lnTo>
                  <a:pt x="7156963" y="0"/>
                </a:lnTo>
                <a:lnTo>
                  <a:pt x="7156963" y="7156964"/>
                </a:lnTo>
                <a:lnTo>
                  <a:pt x="0" y="7156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8" name="Freeform 8"/>
          <p:cNvSpPr/>
          <p:nvPr/>
        </p:nvSpPr>
        <p:spPr>
          <a:xfrm>
            <a:off x="5202610" y="1202110"/>
            <a:ext cx="7882781" cy="7882781"/>
          </a:xfrm>
          <a:custGeom>
            <a:avLst/>
            <a:gdLst/>
            <a:ahLst/>
            <a:cxnLst/>
            <a:rect l="l" t="t" r="r" b="b"/>
            <a:pathLst>
              <a:path w="7882781" h="7882781">
                <a:moveTo>
                  <a:pt x="0" y="0"/>
                </a:moveTo>
                <a:lnTo>
                  <a:pt x="7882780" y="0"/>
                </a:lnTo>
                <a:lnTo>
                  <a:pt x="7882780" y="7882780"/>
                </a:lnTo>
                <a:lnTo>
                  <a:pt x="0" y="788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9" name="TextBox 9"/>
          <p:cNvSpPr txBox="1"/>
          <p:nvPr/>
        </p:nvSpPr>
        <p:spPr>
          <a:xfrm>
            <a:off x="2061408" y="2361511"/>
            <a:ext cx="14165185" cy="437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9"/>
              </a:lnSpc>
              <a:spcBef>
                <a:spcPct val="0"/>
              </a:spcBef>
            </a:pPr>
            <a:r>
              <a:rPr lang="en-US" sz="2527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DZIĘKUJEMY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96730" y="6670418"/>
            <a:ext cx="10294540" cy="39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CHĘTNIE ODPOWIEMY NA PYTANIA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4987" y="549430"/>
            <a:ext cx="1263019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Zespół MZP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13" name="Group 13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9" name="Freeform 19"/>
          <p:cNvSpPr/>
          <p:nvPr/>
        </p:nvSpPr>
        <p:spPr>
          <a:xfrm>
            <a:off x="17042631" y="308411"/>
            <a:ext cx="814766" cy="814766"/>
          </a:xfrm>
          <a:custGeom>
            <a:avLst/>
            <a:gdLst/>
            <a:ahLst/>
            <a:cxnLst/>
            <a:rect l="l" t="t" r="r" b="b"/>
            <a:pathLst>
              <a:path w="814766" h="814766">
                <a:moveTo>
                  <a:pt x="0" y="0"/>
                </a:moveTo>
                <a:lnTo>
                  <a:pt x="814765" y="0"/>
                </a:lnTo>
                <a:lnTo>
                  <a:pt x="814765" y="814765"/>
                </a:lnTo>
                <a:lnTo>
                  <a:pt x="0" y="814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0" name="Freeform 20"/>
          <p:cNvSpPr/>
          <p:nvPr/>
        </p:nvSpPr>
        <p:spPr>
          <a:xfrm>
            <a:off x="17042631" y="327964"/>
            <a:ext cx="795212" cy="795212"/>
          </a:xfrm>
          <a:custGeom>
            <a:avLst/>
            <a:gdLst/>
            <a:ahLst/>
            <a:cxnLst/>
            <a:rect l="l" t="t" r="r" b="b"/>
            <a:pathLst>
              <a:path w="795212" h="795212">
                <a:moveTo>
                  <a:pt x="0" y="0"/>
                </a:moveTo>
                <a:lnTo>
                  <a:pt x="795212" y="0"/>
                </a:lnTo>
                <a:lnTo>
                  <a:pt x="795212" y="795212"/>
                </a:lnTo>
                <a:lnTo>
                  <a:pt x="0" y="79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Freeform 21"/>
          <p:cNvSpPr/>
          <p:nvPr/>
        </p:nvSpPr>
        <p:spPr>
          <a:xfrm>
            <a:off x="3320396" y="1028700"/>
            <a:ext cx="676334" cy="676334"/>
          </a:xfrm>
          <a:custGeom>
            <a:avLst/>
            <a:gdLst/>
            <a:ahLst/>
            <a:cxnLst/>
            <a:rect l="l" t="t" r="r" b="b"/>
            <a:pathLst>
              <a:path w="676334" h="676334">
                <a:moveTo>
                  <a:pt x="0" y="0"/>
                </a:moveTo>
                <a:lnTo>
                  <a:pt x="676334" y="0"/>
                </a:lnTo>
                <a:lnTo>
                  <a:pt x="676334" y="676334"/>
                </a:lnTo>
                <a:lnTo>
                  <a:pt x="0" y="676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2" name="Freeform 22"/>
          <p:cNvSpPr/>
          <p:nvPr/>
        </p:nvSpPr>
        <p:spPr>
          <a:xfrm>
            <a:off x="10657377" y="228041"/>
            <a:ext cx="525130" cy="525130"/>
          </a:xfrm>
          <a:custGeom>
            <a:avLst/>
            <a:gdLst/>
            <a:ahLst/>
            <a:cxnLst/>
            <a:rect l="l" t="t" r="r" b="b"/>
            <a:pathLst>
              <a:path w="525130" h="525130">
                <a:moveTo>
                  <a:pt x="0" y="0"/>
                </a:moveTo>
                <a:lnTo>
                  <a:pt x="525130" y="0"/>
                </a:lnTo>
                <a:lnTo>
                  <a:pt x="525130" y="525130"/>
                </a:lnTo>
                <a:lnTo>
                  <a:pt x="0" y="525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3" name="Freeform 23"/>
          <p:cNvSpPr/>
          <p:nvPr/>
        </p:nvSpPr>
        <p:spPr>
          <a:xfrm>
            <a:off x="4685710" y="7534003"/>
            <a:ext cx="1126779" cy="1126779"/>
          </a:xfrm>
          <a:custGeom>
            <a:avLst/>
            <a:gdLst/>
            <a:ahLst/>
            <a:cxnLst/>
            <a:rect l="l" t="t" r="r" b="b"/>
            <a:pathLst>
              <a:path w="1126779" h="1126779">
                <a:moveTo>
                  <a:pt x="0" y="0"/>
                </a:moveTo>
                <a:lnTo>
                  <a:pt x="1126779" y="0"/>
                </a:lnTo>
                <a:lnTo>
                  <a:pt x="1126779" y="1126779"/>
                </a:lnTo>
                <a:lnTo>
                  <a:pt x="0" y="1126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Freeform 24"/>
          <p:cNvSpPr/>
          <p:nvPr/>
        </p:nvSpPr>
        <p:spPr>
          <a:xfrm>
            <a:off x="12909373" y="9084890"/>
            <a:ext cx="911969" cy="911969"/>
          </a:xfrm>
          <a:custGeom>
            <a:avLst/>
            <a:gdLst/>
            <a:ahLst/>
            <a:cxnLst/>
            <a:rect l="l" t="t" r="r" b="b"/>
            <a:pathLst>
              <a:path w="911969" h="911969">
                <a:moveTo>
                  <a:pt x="0" y="0"/>
                </a:moveTo>
                <a:lnTo>
                  <a:pt x="911969" y="0"/>
                </a:lnTo>
                <a:lnTo>
                  <a:pt x="911969" y="911970"/>
                </a:lnTo>
                <a:lnTo>
                  <a:pt x="0" y="91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5" name="Freeform 25"/>
          <p:cNvSpPr/>
          <p:nvPr/>
        </p:nvSpPr>
        <p:spPr>
          <a:xfrm>
            <a:off x="15961321" y="5219826"/>
            <a:ext cx="1488692" cy="1488692"/>
          </a:xfrm>
          <a:custGeom>
            <a:avLst/>
            <a:gdLst/>
            <a:ahLst/>
            <a:cxnLst/>
            <a:rect l="l" t="t" r="r" b="b"/>
            <a:pathLst>
              <a:path w="1488692" h="1488692">
                <a:moveTo>
                  <a:pt x="0" y="0"/>
                </a:moveTo>
                <a:lnTo>
                  <a:pt x="1488693" y="0"/>
                </a:lnTo>
                <a:lnTo>
                  <a:pt x="1488693" y="1488692"/>
                </a:lnTo>
                <a:lnTo>
                  <a:pt x="0" y="1488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6" name="Freeform 26"/>
          <p:cNvSpPr/>
          <p:nvPr/>
        </p:nvSpPr>
        <p:spPr>
          <a:xfrm>
            <a:off x="17837843" y="2847286"/>
            <a:ext cx="911969" cy="911969"/>
          </a:xfrm>
          <a:custGeom>
            <a:avLst/>
            <a:gdLst/>
            <a:ahLst/>
            <a:cxnLst/>
            <a:rect l="l" t="t" r="r" b="b"/>
            <a:pathLst>
              <a:path w="911969" h="911969">
                <a:moveTo>
                  <a:pt x="0" y="0"/>
                </a:moveTo>
                <a:lnTo>
                  <a:pt x="911969" y="0"/>
                </a:lnTo>
                <a:lnTo>
                  <a:pt x="911969" y="911969"/>
                </a:lnTo>
                <a:lnTo>
                  <a:pt x="0" y="911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7" name="Freeform 27"/>
          <p:cNvSpPr/>
          <p:nvPr/>
        </p:nvSpPr>
        <p:spPr>
          <a:xfrm>
            <a:off x="13379301" y="1540277"/>
            <a:ext cx="911969" cy="911969"/>
          </a:xfrm>
          <a:custGeom>
            <a:avLst/>
            <a:gdLst/>
            <a:ahLst/>
            <a:cxnLst/>
            <a:rect l="l" t="t" r="r" b="b"/>
            <a:pathLst>
              <a:path w="911969" h="911969">
                <a:moveTo>
                  <a:pt x="0" y="0"/>
                </a:moveTo>
                <a:lnTo>
                  <a:pt x="911969" y="0"/>
                </a:lnTo>
                <a:lnTo>
                  <a:pt x="911969" y="911969"/>
                </a:lnTo>
                <a:lnTo>
                  <a:pt x="0" y="911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8" name="Freeform 28"/>
          <p:cNvSpPr/>
          <p:nvPr/>
        </p:nvSpPr>
        <p:spPr>
          <a:xfrm>
            <a:off x="-160457" y="2847286"/>
            <a:ext cx="525130" cy="525130"/>
          </a:xfrm>
          <a:custGeom>
            <a:avLst/>
            <a:gdLst/>
            <a:ahLst/>
            <a:cxnLst/>
            <a:rect l="l" t="t" r="r" b="b"/>
            <a:pathLst>
              <a:path w="525130" h="525130">
                <a:moveTo>
                  <a:pt x="0" y="0"/>
                </a:moveTo>
                <a:lnTo>
                  <a:pt x="525130" y="0"/>
                </a:lnTo>
                <a:lnTo>
                  <a:pt x="525130" y="525130"/>
                </a:lnTo>
                <a:lnTo>
                  <a:pt x="0" y="525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9" name="Freeform 29"/>
          <p:cNvSpPr/>
          <p:nvPr/>
        </p:nvSpPr>
        <p:spPr>
          <a:xfrm>
            <a:off x="13702202" y="7066659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0" name="Freeform 30"/>
          <p:cNvSpPr/>
          <p:nvPr/>
        </p:nvSpPr>
        <p:spPr>
          <a:xfrm>
            <a:off x="2061408" y="6470237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0" y="0"/>
                </a:lnTo>
                <a:lnTo>
                  <a:pt x="238280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1" name="Freeform 31"/>
          <p:cNvSpPr/>
          <p:nvPr/>
        </p:nvSpPr>
        <p:spPr>
          <a:xfrm>
            <a:off x="7285873" y="1705034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2" name="Freeform 32"/>
          <p:cNvSpPr/>
          <p:nvPr/>
        </p:nvSpPr>
        <p:spPr>
          <a:xfrm>
            <a:off x="7816187" y="10167860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5181" y="-365829"/>
            <a:ext cx="18938362" cy="10652829"/>
          </a:xfrm>
          <a:custGeom>
            <a:avLst/>
            <a:gdLst/>
            <a:ahLst/>
            <a:cxnLst/>
            <a:rect l="l" t="t" r="r" b="b"/>
            <a:pathLst>
              <a:path w="18938362" h="10652829">
                <a:moveTo>
                  <a:pt x="0" y="0"/>
                </a:moveTo>
                <a:lnTo>
                  <a:pt x="18938362" y="0"/>
                </a:lnTo>
                <a:lnTo>
                  <a:pt x="18938362" y="10652829"/>
                </a:lnTo>
                <a:lnTo>
                  <a:pt x="0" y="10652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15441942" y="-3858823"/>
            <a:ext cx="6717027" cy="6717027"/>
          </a:xfrm>
          <a:custGeom>
            <a:avLst/>
            <a:gdLst/>
            <a:ahLst/>
            <a:cxnLst/>
            <a:rect l="l" t="t" r="r" b="b"/>
            <a:pathLst>
              <a:path w="6717027" h="6717027">
                <a:moveTo>
                  <a:pt x="0" y="0"/>
                </a:moveTo>
                <a:lnTo>
                  <a:pt x="6717027" y="0"/>
                </a:lnTo>
                <a:lnTo>
                  <a:pt x="6717027" y="6717027"/>
                </a:lnTo>
                <a:lnTo>
                  <a:pt x="0" y="6717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" name="Freeform 4"/>
          <p:cNvSpPr/>
          <p:nvPr/>
        </p:nvSpPr>
        <p:spPr>
          <a:xfrm>
            <a:off x="-4126373" y="7251777"/>
            <a:ext cx="6717027" cy="6717027"/>
          </a:xfrm>
          <a:custGeom>
            <a:avLst/>
            <a:gdLst/>
            <a:ahLst/>
            <a:cxnLst/>
            <a:rect l="l" t="t" r="r" b="b"/>
            <a:pathLst>
              <a:path w="6717027" h="6717027">
                <a:moveTo>
                  <a:pt x="0" y="0"/>
                </a:moveTo>
                <a:lnTo>
                  <a:pt x="6717028" y="0"/>
                </a:lnTo>
                <a:lnTo>
                  <a:pt x="6717028" y="6717027"/>
                </a:lnTo>
                <a:lnTo>
                  <a:pt x="0" y="67170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" name="Freeform 5"/>
          <p:cNvSpPr/>
          <p:nvPr/>
        </p:nvSpPr>
        <p:spPr>
          <a:xfrm rot="987471" flipH="1" flipV="1">
            <a:off x="10612964" y="538817"/>
            <a:ext cx="11301259" cy="3362125"/>
          </a:xfrm>
          <a:custGeom>
            <a:avLst/>
            <a:gdLst/>
            <a:ahLst/>
            <a:cxnLst/>
            <a:rect l="l" t="t" r="r" b="b"/>
            <a:pathLst>
              <a:path w="11301259" h="3362125">
                <a:moveTo>
                  <a:pt x="11301259" y="3362125"/>
                </a:moveTo>
                <a:lnTo>
                  <a:pt x="0" y="3362125"/>
                </a:lnTo>
                <a:lnTo>
                  <a:pt x="0" y="0"/>
                </a:lnTo>
                <a:lnTo>
                  <a:pt x="11301259" y="0"/>
                </a:lnTo>
                <a:lnTo>
                  <a:pt x="11301259" y="3362125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6" name="Freeform 6"/>
          <p:cNvSpPr/>
          <p:nvPr/>
        </p:nvSpPr>
        <p:spPr>
          <a:xfrm>
            <a:off x="-3215523" y="6528850"/>
            <a:ext cx="6708700" cy="5458899"/>
          </a:xfrm>
          <a:custGeom>
            <a:avLst/>
            <a:gdLst/>
            <a:ahLst/>
            <a:cxnLst/>
            <a:rect l="l" t="t" r="r" b="b"/>
            <a:pathLst>
              <a:path w="6708700" h="5458899">
                <a:moveTo>
                  <a:pt x="0" y="0"/>
                </a:moveTo>
                <a:lnTo>
                  <a:pt x="6708700" y="0"/>
                </a:lnTo>
                <a:lnTo>
                  <a:pt x="6708700" y="5458900"/>
                </a:lnTo>
                <a:lnTo>
                  <a:pt x="0" y="5458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7" name="Group 7"/>
          <p:cNvGrpSpPr/>
          <p:nvPr/>
        </p:nvGrpSpPr>
        <p:grpSpPr>
          <a:xfrm>
            <a:off x="364673" y="379245"/>
            <a:ext cx="440740" cy="557540"/>
            <a:chOff x="0" y="0"/>
            <a:chExt cx="587654" cy="743387"/>
          </a:xfrm>
        </p:grpSpPr>
        <p:grpSp>
          <p:nvGrpSpPr>
            <p:cNvPr id="8" name="Group 8"/>
            <p:cNvGrpSpPr/>
            <p:nvPr/>
          </p:nvGrpSpPr>
          <p:grpSpPr>
            <a:xfrm>
              <a:off x="50569" y="0"/>
              <a:ext cx="486517" cy="743387"/>
              <a:chOff x="0" y="0"/>
              <a:chExt cx="531945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2700000">
              <a:off x="85989" y="163997"/>
              <a:ext cx="415675" cy="415393"/>
              <a:chOff x="0" y="0"/>
              <a:chExt cx="554750" cy="55437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585043" y="1154621"/>
            <a:ext cx="341628" cy="432162"/>
            <a:chOff x="0" y="0"/>
            <a:chExt cx="455504" cy="576216"/>
          </a:xfrm>
        </p:grpSpPr>
        <p:grpSp>
          <p:nvGrpSpPr>
            <p:cNvPr id="15" name="Group 15"/>
            <p:cNvGrpSpPr/>
            <p:nvPr/>
          </p:nvGrpSpPr>
          <p:grpSpPr>
            <a:xfrm>
              <a:off x="39197" y="0"/>
              <a:ext cx="377110" cy="576216"/>
              <a:chOff x="0" y="0"/>
              <a:chExt cx="531945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2700000">
              <a:off x="66652" y="127118"/>
              <a:ext cx="322199" cy="321980"/>
              <a:chOff x="0" y="0"/>
              <a:chExt cx="554750" cy="55437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926671" y="588955"/>
            <a:ext cx="549926" cy="695660"/>
            <a:chOff x="0" y="0"/>
            <a:chExt cx="733234" cy="927547"/>
          </a:xfrm>
        </p:grpSpPr>
        <p:grpSp>
          <p:nvGrpSpPr>
            <p:cNvPr id="22" name="Group 22"/>
            <p:cNvGrpSpPr/>
            <p:nvPr/>
          </p:nvGrpSpPr>
          <p:grpSpPr>
            <a:xfrm>
              <a:off x="63096" y="0"/>
              <a:ext cx="607042" cy="927547"/>
              <a:chOff x="0" y="0"/>
              <a:chExt cx="531945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194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31945" h="812800">
                    <a:moveTo>
                      <a:pt x="265972" y="0"/>
                    </a:moveTo>
                    <a:lnTo>
                      <a:pt x="298388" y="356870"/>
                    </a:lnTo>
                    <a:lnTo>
                      <a:pt x="531945" y="406400"/>
                    </a:lnTo>
                    <a:lnTo>
                      <a:pt x="298388" y="455930"/>
                    </a:lnTo>
                    <a:lnTo>
                      <a:pt x="265972" y="812800"/>
                    </a:lnTo>
                    <a:lnTo>
                      <a:pt x="233557" y="455930"/>
                    </a:lnTo>
                    <a:lnTo>
                      <a:pt x="0" y="406400"/>
                    </a:lnTo>
                    <a:lnTo>
                      <a:pt x="233557" y="356870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33541" y="318745"/>
                <a:ext cx="64863" cy="1372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2700000">
              <a:off x="107292" y="204624"/>
              <a:ext cx="518651" cy="518299"/>
              <a:chOff x="0" y="0"/>
              <a:chExt cx="554750" cy="55437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554750" cy="554373"/>
              </a:xfrm>
              <a:custGeom>
                <a:avLst/>
                <a:gdLst/>
                <a:ahLst/>
                <a:cxnLst/>
                <a:rect l="l" t="t" r="r" b="b"/>
                <a:pathLst>
                  <a:path w="554750" h="554373">
                    <a:moveTo>
                      <a:pt x="277375" y="0"/>
                    </a:moveTo>
                    <a:lnTo>
                      <a:pt x="311180" y="243404"/>
                    </a:lnTo>
                    <a:lnTo>
                      <a:pt x="554750" y="277186"/>
                    </a:lnTo>
                    <a:lnTo>
                      <a:pt x="311180" y="310969"/>
                    </a:lnTo>
                    <a:lnTo>
                      <a:pt x="277375" y="554373"/>
                    </a:lnTo>
                    <a:lnTo>
                      <a:pt x="243570" y="310969"/>
                    </a:lnTo>
                    <a:lnTo>
                      <a:pt x="0" y="277186"/>
                    </a:lnTo>
                    <a:lnTo>
                      <a:pt x="243570" y="243404"/>
                    </a:lnTo>
                    <a:close/>
                  </a:path>
                </a:pathLst>
              </a:custGeom>
              <a:solidFill>
                <a:srgbClr val="00A33D"/>
              </a:solidFill>
            </p:spPr>
            <p:txBody>
              <a:bodyPr/>
              <a:lstStyle/>
              <a:p>
                <a:endParaRPr lang="pl-P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43553" y="205287"/>
                <a:ext cx="67644" cy="1056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16851917" y="8850917"/>
            <a:ext cx="814766" cy="814766"/>
            <a:chOff x="0" y="0"/>
            <a:chExt cx="1086354" cy="10863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86354" cy="1086354"/>
            </a:xfrm>
            <a:custGeom>
              <a:avLst/>
              <a:gdLst/>
              <a:ahLst/>
              <a:cxnLst/>
              <a:rect l="l" t="t" r="r" b="b"/>
              <a:pathLst>
                <a:path w="1086354" h="1086354">
                  <a:moveTo>
                    <a:pt x="0" y="0"/>
                  </a:moveTo>
                  <a:lnTo>
                    <a:pt x="1086354" y="0"/>
                  </a:lnTo>
                  <a:lnTo>
                    <a:pt x="1086354" y="1086354"/>
                  </a:lnTo>
                  <a:lnTo>
                    <a:pt x="0" y="1086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26072"/>
              <a:ext cx="1060282" cy="1060282"/>
            </a:xfrm>
            <a:custGeom>
              <a:avLst/>
              <a:gdLst/>
              <a:ahLst/>
              <a:cxnLst/>
              <a:rect l="l" t="t" r="r" b="b"/>
              <a:pathLst>
                <a:path w="1060282" h="1060282">
                  <a:moveTo>
                    <a:pt x="0" y="0"/>
                  </a:moveTo>
                  <a:lnTo>
                    <a:pt x="1060282" y="0"/>
                  </a:lnTo>
                  <a:lnTo>
                    <a:pt x="1060282" y="1060282"/>
                  </a:lnTo>
                  <a:lnTo>
                    <a:pt x="0" y="1060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31" name="Freeform 31"/>
          <p:cNvSpPr/>
          <p:nvPr/>
        </p:nvSpPr>
        <p:spPr>
          <a:xfrm>
            <a:off x="1839588" y="3671081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0" y="0"/>
                </a:lnTo>
                <a:lnTo>
                  <a:pt x="238280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2" name="Freeform 32"/>
          <p:cNvSpPr/>
          <p:nvPr/>
        </p:nvSpPr>
        <p:spPr>
          <a:xfrm>
            <a:off x="4463696" y="1586783"/>
            <a:ext cx="834923" cy="834923"/>
          </a:xfrm>
          <a:custGeom>
            <a:avLst/>
            <a:gdLst/>
            <a:ahLst/>
            <a:cxnLst/>
            <a:rect l="l" t="t" r="r" b="b"/>
            <a:pathLst>
              <a:path w="834923" h="834923">
                <a:moveTo>
                  <a:pt x="0" y="0"/>
                </a:moveTo>
                <a:lnTo>
                  <a:pt x="834923" y="0"/>
                </a:lnTo>
                <a:lnTo>
                  <a:pt x="834923" y="834923"/>
                </a:lnTo>
                <a:lnTo>
                  <a:pt x="0" y="834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3" name="Freeform 33"/>
          <p:cNvSpPr/>
          <p:nvPr/>
        </p:nvSpPr>
        <p:spPr>
          <a:xfrm>
            <a:off x="9305919" y="536697"/>
            <a:ext cx="400088" cy="400088"/>
          </a:xfrm>
          <a:custGeom>
            <a:avLst/>
            <a:gdLst/>
            <a:ahLst/>
            <a:cxnLst/>
            <a:rect l="l" t="t" r="r" b="b"/>
            <a:pathLst>
              <a:path w="400088" h="400088">
                <a:moveTo>
                  <a:pt x="0" y="0"/>
                </a:moveTo>
                <a:lnTo>
                  <a:pt x="400088" y="0"/>
                </a:lnTo>
                <a:lnTo>
                  <a:pt x="400088" y="400088"/>
                </a:lnTo>
                <a:lnTo>
                  <a:pt x="0" y="40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4" name="Freeform 34"/>
          <p:cNvSpPr/>
          <p:nvPr/>
        </p:nvSpPr>
        <p:spPr>
          <a:xfrm>
            <a:off x="8197848" y="3146641"/>
            <a:ext cx="400088" cy="400088"/>
          </a:xfrm>
          <a:custGeom>
            <a:avLst/>
            <a:gdLst/>
            <a:ahLst/>
            <a:cxnLst/>
            <a:rect l="l" t="t" r="r" b="b"/>
            <a:pathLst>
              <a:path w="400088" h="400088">
                <a:moveTo>
                  <a:pt x="0" y="0"/>
                </a:moveTo>
                <a:lnTo>
                  <a:pt x="400088" y="0"/>
                </a:lnTo>
                <a:lnTo>
                  <a:pt x="400088" y="400088"/>
                </a:lnTo>
                <a:lnTo>
                  <a:pt x="0" y="40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5" name="Freeform 35"/>
          <p:cNvSpPr/>
          <p:nvPr/>
        </p:nvSpPr>
        <p:spPr>
          <a:xfrm>
            <a:off x="13430889" y="9520928"/>
            <a:ext cx="766072" cy="766072"/>
          </a:xfrm>
          <a:custGeom>
            <a:avLst/>
            <a:gdLst/>
            <a:ahLst/>
            <a:cxnLst/>
            <a:rect l="l" t="t" r="r" b="b"/>
            <a:pathLst>
              <a:path w="766072" h="766072">
                <a:moveTo>
                  <a:pt x="0" y="0"/>
                </a:moveTo>
                <a:lnTo>
                  <a:pt x="766073" y="0"/>
                </a:lnTo>
                <a:lnTo>
                  <a:pt x="766073" y="766072"/>
                </a:lnTo>
                <a:lnTo>
                  <a:pt x="0" y="766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6" name="Freeform 36"/>
          <p:cNvSpPr/>
          <p:nvPr/>
        </p:nvSpPr>
        <p:spPr>
          <a:xfrm>
            <a:off x="7436779" y="8850917"/>
            <a:ext cx="400088" cy="400088"/>
          </a:xfrm>
          <a:custGeom>
            <a:avLst/>
            <a:gdLst/>
            <a:ahLst/>
            <a:cxnLst/>
            <a:rect l="l" t="t" r="r" b="b"/>
            <a:pathLst>
              <a:path w="400088" h="400088">
                <a:moveTo>
                  <a:pt x="0" y="0"/>
                </a:moveTo>
                <a:lnTo>
                  <a:pt x="400088" y="0"/>
                </a:lnTo>
                <a:lnTo>
                  <a:pt x="400088" y="400089"/>
                </a:lnTo>
                <a:lnTo>
                  <a:pt x="0" y="4000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7" name="Freeform 37"/>
          <p:cNvSpPr/>
          <p:nvPr/>
        </p:nvSpPr>
        <p:spPr>
          <a:xfrm>
            <a:off x="17140160" y="3671081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0" y="0"/>
                </a:lnTo>
                <a:lnTo>
                  <a:pt x="238280" y="238280"/>
                </a:lnTo>
                <a:lnTo>
                  <a:pt x="0" y="238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8" name="Freeform 38"/>
          <p:cNvSpPr/>
          <p:nvPr/>
        </p:nvSpPr>
        <p:spPr>
          <a:xfrm>
            <a:off x="16031893" y="6528850"/>
            <a:ext cx="469981" cy="469981"/>
          </a:xfrm>
          <a:custGeom>
            <a:avLst/>
            <a:gdLst/>
            <a:ahLst/>
            <a:cxnLst/>
            <a:rect l="l" t="t" r="r" b="b"/>
            <a:pathLst>
              <a:path w="469981" h="469981">
                <a:moveTo>
                  <a:pt x="0" y="0"/>
                </a:moveTo>
                <a:lnTo>
                  <a:pt x="469981" y="0"/>
                </a:lnTo>
                <a:lnTo>
                  <a:pt x="469981" y="469982"/>
                </a:lnTo>
                <a:lnTo>
                  <a:pt x="0" y="469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9" name="Freeform 39"/>
          <p:cNvSpPr/>
          <p:nvPr/>
        </p:nvSpPr>
        <p:spPr>
          <a:xfrm>
            <a:off x="3374036" y="9946631"/>
            <a:ext cx="238281" cy="238281"/>
          </a:xfrm>
          <a:custGeom>
            <a:avLst/>
            <a:gdLst/>
            <a:ahLst/>
            <a:cxnLst/>
            <a:rect l="l" t="t" r="r" b="b"/>
            <a:pathLst>
              <a:path w="238281" h="238281">
                <a:moveTo>
                  <a:pt x="0" y="0"/>
                </a:moveTo>
                <a:lnTo>
                  <a:pt x="238281" y="0"/>
                </a:lnTo>
                <a:lnTo>
                  <a:pt x="238281" y="238281"/>
                </a:lnTo>
                <a:lnTo>
                  <a:pt x="0" y="238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Niestandardowy</PresentationFormat>
  <Paragraphs>104</Paragraphs>
  <Slides>17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3" baseType="lpstr">
      <vt:lpstr>Calibri</vt:lpstr>
      <vt:lpstr>Bebas Neue Bold</vt:lpstr>
      <vt:lpstr>Open Sans</vt:lpstr>
      <vt:lpstr>Open Sans Bold</vt:lpstr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Black Modern Technology Presentation</dc:title>
  <cp:lastModifiedBy>Łukasz Jęcek</cp:lastModifiedBy>
  <cp:revision>2</cp:revision>
  <dcterms:created xsi:type="dcterms:W3CDTF">2006-08-16T00:00:00Z</dcterms:created>
  <dcterms:modified xsi:type="dcterms:W3CDTF">2026-03-28T16:50:09Z</dcterms:modified>
  <dc:identifier>DAHFOhARTbg</dc:identifier>
</cp:coreProperties>
</file>